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315" r:id="rId12"/>
    <p:sldId id="266" r:id="rId13"/>
    <p:sldId id="343" r:id="rId14"/>
    <p:sldId id="267" r:id="rId15"/>
    <p:sldId id="344" r:id="rId16"/>
    <p:sldId id="268" r:id="rId17"/>
    <p:sldId id="345" r:id="rId18"/>
    <p:sldId id="269" r:id="rId19"/>
    <p:sldId id="346" r:id="rId20"/>
    <p:sldId id="384" r:id="rId21"/>
    <p:sldId id="387" r:id="rId22"/>
    <p:sldId id="385" r:id="rId23"/>
    <p:sldId id="386" r:id="rId24"/>
    <p:sldId id="270" r:id="rId25"/>
    <p:sldId id="347" r:id="rId26"/>
    <p:sldId id="275" r:id="rId27"/>
    <p:sldId id="271" r:id="rId28"/>
    <p:sldId id="348" r:id="rId29"/>
    <p:sldId id="272" r:id="rId30"/>
    <p:sldId id="349" r:id="rId31"/>
    <p:sldId id="273" r:id="rId32"/>
    <p:sldId id="350" r:id="rId33"/>
    <p:sldId id="321" r:id="rId34"/>
    <p:sldId id="351" r:id="rId35"/>
    <p:sldId id="322" r:id="rId36"/>
    <p:sldId id="274" r:id="rId37"/>
    <p:sldId id="352" r:id="rId38"/>
    <p:sldId id="276" r:id="rId39"/>
    <p:sldId id="353" r:id="rId40"/>
    <p:sldId id="277" r:id="rId41"/>
    <p:sldId id="354" r:id="rId42"/>
    <p:sldId id="278" r:id="rId43"/>
    <p:sldId id="355" r:id="rId44"/>
    <p:sldId id="323" r:id="rId45"/>
    <p:sldId id="279" r:id="rId46"/>
    <p:sldId id="356" r:id="rId47"/>
    <p:sldId id="280" r:id="rId48"/>
    <p:sldId id="357" r:id="rId49"/>
    <p:sldId id="282" r:id="rId50"/>
    <p:sldId id="283" r:id="rId51"/>
    <p:sldId id="281" r:id="rId52"/>
    <p:sldId id="358" r:id="rId53"/>
    <p:sldId id="284" r:id="rId54"/>
    <p:sldId id="359" r:id="rId55"/>
    <p:sldId id="285" r:id="rId56"/>
    <p:sldId id="360" r:id="rId57"/>
    <p:sldId id="286" r:id="rId58"/>
    <p:sldId id="287" r:id="rId59"/>
    <p:sldId id="290" r:id="rId60"/>
    <p:sldId id="361" r:id="rId61"/>
    <p:sldId id="288" r:id="rId62"/>
    <p:sldId id="362" r:id="rId63"/>
    <p:sldId id="329" r:id="rId64"/>
    <p:sldId id="333" r:id="rId65"/>
    <p:sldId id="289" r:id="rId66"/>
    <p:sldId id="363" r:id="rId67"/>
    <p:sldId id="291" r:id="rId68"/>
    <p:sldId id="364" r:id="rId69"/>
    <p:sldId id="292" r:id="rId70"/>
    <p:sldId id="293" r:id="rId71"/>
    <p:sldId id="294" r:id="rId72"/>
    <p:sldId id="365" r:id="rId73"/>
    <p:sldId id="295" r:id="rId74"/>
    <p:sldId id="366" r:id="rId75"/>
    <p:sldId id="296" r:id="rId76"/>
    <p:sldId id="367" r:id="rId77"/>
    <p:sldId id="297" r:id="rId78"/>
    <p:sldId id="368" r:id="rId79"/>
    <p:sldId id="298" r:id="rId80"/>
    <p:sldId id="369" r:id="rId81"/>
    <p:sldId id="299" r:id="rId82"/>
    <p:sldId id="316" r:id="rId83"/>
    <p:sldId id="303" r:id="rId84"/>
    <p:sldId id="325" r:id="rId85"/>
    <p:sldId id="300" r:id="rId86"/>
    <p:sldId id="370" r:id="rId87"/>
    <p:sldId id="301" r:id="rId88"/>
    <p:sldId id="371" r:id="rId89"/>
    <p:sldId id="302" r:id="rId90"/>
    <p:sldId id="372" r:id="rId91"/>
    <p:sldId id="324" r:id="rId92"/>
    <p:sldId id="328" r:id="rId93"/>
    <p:sldId id="304" r:id="rId94"/>
    <p:sldId id="374" r:id="rId95"/>
    <p:sldId id="318" r:id="rId96"/>
    <p:sldId id="319" r:id="rId97"/>
    <p:sldId id="330" r:id="rId98"/>
    <p:sldId id="332" r:id="rId99"/>
    <p:sldId id="305" r:id="rId100"/>
    <p:sldId id="317" r:id="rId101"/>
    <p:sldId id="306" r:id="rId102"/>
    <p:sldId id="382" r:id="rId103"/>
    <p:sldId id="307" r:id="rId104"/>
    <p:sldId id="375" r:id="rId105"/>
    <p:sldId id="326" r:id="rId106"/>
    <p:sldId id="327" r:id="rId107"/>
    <p:sldId id="308" r:id="rId108"/>
    <p:sldId id="376" r:id="rId109"/>
    <p:sldId id="309" r:id="rId110"/>
    <p:sldId id="377" r:id="rId111"/>
    <p:sldId id="310" r:id="rId112"/>
    <p:sldId id="311" r:id="rId113"/>
    <p:sldId id="378" r:id="rId114"/>
    <p:sldId id="320" r:id="rId115"/>
    <p:sldId id="312" r:id="rId116"/>
    <p:sldId id="379" r:id="rId117"/>
    <p:sldId id="313" r:id="rId118"/>
    <p:sldId id="380" r:id="rId119"/>
    <p:sldId id="314" r:id="rId120"/>
    <p:sldId id="381" r:id="rId121"/>
    <p:sldId id="334" r:id="rId122"/>
    <p:sldId id="335" r:id="rId123"/>
    <p:sldId id="336" r:id="rId124"/>
    <p:sldId id="337" r:id="rId125"/>
    <p:sldId id="338" r:id="rId126"/>
    <p:sldId id="339" r:id="rId127"/>
    <p:sldId id="340" r:id="rId128"/>
    <p:sldId id="383" r:id="rId129"/>
    <p:sldId id="341" r:id="rId1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E015F-9EED-4C4A-9353-50504EC45E36}" v="37499" dt="2026-10-08T19:36:41.8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microsoft.com/office/2016/11/relationships/changesInfo" Target="changesInfos/changesInfo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presProps" Target="presProps.xml"/><Relationship Id="rId136" Type="http://schemas.microsoft.com/office/2015/10/relationships/revisionInfo" Target="revisionInfo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ho Wong" userId="76ac22dec529db09" providerId="LiveId" clId="{6BE8FF4A-4A23-4C19-81A9-38B6A3375950}"/>
    <pc:docChg chg="undo redo custSel addSld delSld modSld sldOrd">
      <pc:chgData name="Wanho Wong" userId="76ac22dec529db09" providerId="LiveId" clId="{6BE8FF4A-4A23-4C19-81A9-38B6A3375950}" dt="2026-10-08T19:36:41.843" v="93377"/>
      <pc:docMkLst>
        <pc:docMk/>
      </pc:docMkLst>
      <pc:sldChg chg="modSp new mod">
        <pc:chgData name="Wanho Wong" userId="76ac22dec529db09" providerId="LiveId" clId="{6BE8FF4A-4A23-4C19-81A9-38B6A3375950}" dt="2026-09-20T18:31:21.159" v="236"/>
        <pc:sldMkLst>
          <pc:docMk/>
          <pc:sldMk cId="3299919826" sldId="256"/>
        </pc:sldMkLst>
        <pc:spChg chg="mod">
          <ac:chgData name="Wanho Wong" userId="76ac22dec529db09" providerId="LiveId" clId="{6BE8FF4A-4A23-4C19-81A9-38B6A3375950}" dt="2026-09-20T18:31:21.159" v="236"/>
          <ac:spMkLst>
            <pc:docMk/>
            <pc:sldMk cId="3299919826" sldId="256"/>
            <ac:spMk id="2" creationId="{997B1F03-F6F7-9F91-C86A-CE11BB78D6B8}"/>
          </ac:spMkLst>
        </pc:spChg>
      </pc:sldChg>
      <pc:sldChg chg="modSp new mod">
        <pc:chgData name="Wanho Wong" userId="76ac22dec529db09" providerId="LiveId" clId="{6BE8FF4A-4A23-4C19-81A9-38B6A3375950}" dt="2026-09-21T14:44:09.441" v="4923"/>
        <pc:sldMkLst>
          <pc:docMk/>
          <pc:sldMk cId="315508031" sldId="257"/>
        </pc:sldMkLst>
        <pc:spChg chg="mod">
          <ac:chgData name="Wanho Wong" userId="76ac22dec529db09" providerId="LiveId" clId="{6BE8FF4A-4A23-4C19-81A9-38B6A3375950}" dt="2026-09-21T14:44:09.441" v="4923"/>
          <ac:spMkLst>
            <pc:docMk/>
            <pc:sldMk cId="315508031" sldId="257"/>
            <ac:spMk id="2" creationId="{69C5A7C6-2733-879C-5B4D-662EA129739C}"/>
          </ac:spMkLst>
        </pc:spChg>
        <pc:spChg chg="mod">
          <ac:chgData name="Wanho Wong" userId="76ac22dec529db09" providerId="LiveId" clId="{6BE8FF4A-4A23-4C19-81A9-38B6A3375950}" dt="2026-09-20T18:35:33.970" v="1040" actId="20577"/>
          <ac:spMkLst>
            <pc:docMk/>
            <pc:sldMk cId="315508031" sldId="257"/>
            <ac:spMk id="3" creationId="{23DAE040-F4EE-176D-7100-3880DDA7207F}"/>
          </ac:spMkLst>
        </pc:spChg>
      </pc:sldChg>
      <pc:sldChg chg="addSp delSp modSp new mod">
        <pc:chgData name="Wanho Wong" userId="76ac22dec529db09" providerId="LiveId" clId="{6BE8FF4A-4A23-4C19-81A9-38B6A3375950}" dt="2026-09-20T18:41:44.796" v="1216" actId="1076"/>
        <pc:sldMkLst>
          <pc:docMk/>
          <pc:sldMk cId="723693858" sldId="258"/>
        </pc:sldMkLst>
        <pc:spChg chg="add mod">
          <ac:chgData name="Wanho Wong" userId="76ac22dec529db09" providerId="LiveId" clId="{6BE8FF4A-4A23-4C19-81A9-38B6A3375950}" dt="2026-09-20T18:41:16.407" v="1170" actId="1076"/>
          <ac:spMkLst>
            <pc:docMk/>
            <pc:sldMk cId="723693858" sldId="258"/>
            <ac:spMk id="7" creationId="{8B042C4B-1366-A959-B9D0-B8CC1B44C0EE}"/>
          </ac:spMkLst>
        </pc:spChg>
        <pc:spChg chg="add mod">
          <ac:chgData name="Wanho Wong" userId="76ac22dec529db09" providerId="LiveId" clId="{6BE8FF4A-4A23-4C19-81A9-38B6A3375950}" dt="2026-09-20T18:41:10.076" v="1168" actId="1076"/>
          <ac:spMkLst>
            <pc:docMk/>
            <pc:sldMk cId="723693858" sldId="258"/>
            <ac:spMk id="9" creationId="{70E08861-FD94-4C45-FBF6-D8B99BDE868B}"/>
          </ac:spMkLst>
        </pc:spChg>
        <pc:spChg chg="add mod">
          <ac:chgData name="Wanho Wong" userId="76ac22dec529db09" providerId="LiveId" clId="{6BE8FF4A-4A23-4C19-81A9-38B6A3375950}" dt="2026-09-20T18:41:13.322" v="1169" actId="1076"/>
          <ac:spMkLst>
            <pc:docMk/>
            <pc:sldMk cId="723693858" sldId="258"/>
            <ac:spMk id="11" creationId="{4B429F46-B04D-73B3-B70F-D48B96E97F73}"/>
          </ac:spMkLst>
        </pc:spChg>
        <pc:spChg chg="add mod">
          <ac:chgData name="Wanho Wong" userId="76ac22dec529db09" providerId="LiveId" clId="{6BE8FF4A-4A23-4C19-81A9-38B6A3375950}" dt="2026-09-20T18:41:44.796" v="1216" actId="1076"/>
          <ac:spMkLst>
            <pc:docMk/>
            <pc:sldMk cId="723693858" sldId="258"/>
            <ac:spMk id="13" creationId="{CBDA739C-1E99-79FB-0293-26A30450548A}"/>
          </ac:spMkLst>
        </pc:spChg>
        <pc:picChg chg="add mod ord">
          <ac:chgData name="Wanho Wong" userId="76ac22dec529db09" providerId="LiveId" clId="{6BE8FF4A-4A23-4C19-81A9-38B6A3375950}" dt="2026-09-20T18:41:37.475" v="1215" actId="1076"/>
          <ac:picMkLst>
            <pc:docMk/>
            <pc:sldMk cId="723693858" sldId="258"/>
            <ac:picMk id="6" creationId="{69F410B1-017C-AC88-F0CC-8ACEC66605FD}"/>
          </ac:picMkLst>
        </pc:picChg>
      </pc:sldChg>
      <pc:sldChg chg="addSp modSp new mod">
        <pc:chgData name="Wanho Wong" userId="76ac22dec529db09" providerId="LiveId" clId="{6BE8FF4A-4A23-4C19-81A9-38B6A3375950}" dt="2026-09-20T18:45:20.737" v="1773"/>
        <pc:sldMkLst>
          <pc:docMk/>
          <pc:sldMk cId="2740084142" sldId="259"/>
        </pc:sldMkLst>
        <pc:spChg chg="mod">
          <ac:chgData name="Wanho Wong" userId="76ac22dec529db09" providerId="LiveId" clId="{6BE8FF4A-4A23-4C19-81A9-38B6A3375950}" dt="2026-09-20T18:42:16.566" v="1268"/>
          <ac:spMkLst>
            <pc:docMk/>
            <pc:sldMk cId="2740084142" sldId="259"/>
            <ac:spMk id="2" creationId="{B394BA5D-18F0-0669-FB35-7B967585FC8B}"/>
          </ac:spMkLst>
        </pc:spChg>
        <pc:spChg chg="mod">
          <ac:chgData name="Wanho Wong" userId="76ac22dec529db09" providerId="LiveId" clId="{6BE8FF4A-4A23-4C19-81A9-38B6A3375950}" dt="2026-09-20T18:45:20.737" v="1773"/>
          <ac:spMkLst>
            <pc:docMk/>
            <pc:sldMk cId="2740084142" sldId="259"/>
            <ac:spMk id="3" creationId="{AF65132E-97BC-8632-141E-90E58222B4A9}"/>
          </ac:spMkLst>
        </pc:spChg>
        <pc:picChg chg="add mod">
          <ac:chgData name="Wanho Wong" userId="76ac22dec529db09" providerId="LiveId" clId="{6BE8FF4A-4A23-4C19-81A9-38B6A3375950}" dt="2026-09-20T18:44:45.861" v="1747" actId="1076"/>
          <ac:picMkLst>
            <pc:docMk/>
            <pc:sldMk cId="2740084142" sldId="259"/>
            <ac:picMk id="5" creationId="{0F963A04-02BE-6134-7A00-F720D1161B6E}"/>
          </ac:picMkLst>
        </pc:picChg>
      </pc:sldChg>
      <pc:sldChg chg="addSp delSp modSp new mod">
        <pc:chgData name="Wanho Wong" userId="76ac22dec529db09" providerId="LiveId" clId="{6BE8FF4A-4A23-4C19-81A9-38B6A3375950}" dt="2026-09-21T15:43:53.085" v="10077" actId="20577"/>
        <pc:sldMkLst>
          <pc:docMk/>
          <pc:sldMk cId="2485216105" sldId="260"/>
        </pc:sldMkLst>
        <pc:spChg chg="mod">
          <ac:chgData name="Wanho Wong" userId="76ac22dec529db09" providerId="LiveId" clId="{6BE8FF4A-4A23-4C19-81A9-38B6A3375950}" dt="2026-09-20T18:58:16.493" v="2302"/>
          <ac:spMkLst>
            <pc:docMk/>
            <pc:sldMk cId="2485216105" sldId="260"/>
            <ac:spMk id="2" creationId="{8325F841-9FCA-F377-B436-DEE9066B73A5}"/>
          </ac:spMkLst>
        </pc:spChg>
        <pc:spChg chg="add mod">
          <ac:chgData name="Wanho Wong" userId="76ac22dec529db09" providerId="LiveId" clId="{6BE8FF4A-4A23-4C19-81A9-38B6A3375950}" dt="2026-09-20T19:06:04.746" v="2444" actId="207"/>
          <ac:spMkLst>
            <pc:docMk/>
            <pc:sldMk cId="2485216105" sldId="260"/>
            <ac:spMk id="5" creationId="{53B229A2-E7BF-A378-6B99-0FFA21A7CBC1}"/>
          </ac:spMkLst>
        </pc:spChg>
        <pc:spChg chg="add mod">
          <ac:chgData name="Wanho Wong" userId="76ac22dec529db09" providerId="LiveId" clId="{6BE8FF4A-4A23-4C19-81A9-38B6A3375950}" dt="2026-09-20T19:07:26.620" v="2453" actId="207"/>
          <ac:spMkLst>
            <pc:docMk/>
            <pc:sldMk cId="2485216105" sldId="260"/>
            <ac:spMk id="9" creationId="{30F9912A-0CB5-A2BC-52BE-94182DC1775F}"/>
          </ac:spMkLst>
        </pc:spChg>
        <pc:spChg chg="add mod">
          <ac:chgData name="Wanho Wong" userId="76ac22dec529db09" providerId="LiveId" clId="{6BE8FF4A-4A23-4C19-81A9-38B6A3375950}" dt="2026-09-20T19:05:57.878" v="2442" actId="207"/>
          <ac:spMkLst>
            <pc:docMk/>
            <pc:sldMk cId="2485216105" sldId="260"/>
            <ac:spMk id="11" creationId="{6DF98A34-E9CD-6DD6-55C7-D0863C73B53B}"/>
          </ac:spMkLst>
        </pc:spChg>
        <pc:spChg chg="add mod">
          <ac:chgData name="Wanho Wong" userId="76ac22dec529db09" providerId="LiveId" clId="{6BE8FF4A-4A23-4C19-81A9-38B6A3375950}" dt="2026-09-20T19:07:17.236" v="2451" actId="207"/>
          <ac:spMkLst>
            <pc:docMk/>
            <pc:sldMk cId="2485216105" sldId="260"/>
            <ac:spMk id="13" creationId="{019A4ECB-FBCA-53BC-B0BC-18DAB55BC2AC}"/>
          </ac:spMkLst>
        </pc:spChg>
        <pc:spChg chg="add mod">
          <ac:chgData name="Wanho Wong" userId="76ac22dec529db09" providerId="LiveId" clId="{6BE8FF4A-4A23-4C19-81A9-38B6A3375950}" dt="2026-09-20T19:09:44.881" v="2668" actId="207"/>
          <ac:spMkLst>
            <pc:docMk/>
            <pc:sldMk cId="2485216105" sldId="260"/>
            <ac:spMk id="15" creationId="{F6C88191-AEF1-7955-8AAD-1A0CDE4AFC60}"/>
          </ac:spMkLst>
        </pc:spChg>
        <pc:spChg chg="add mod">
          <ac:chgData name="Wanho Wong" userId="76ac22dec529db09" providerId="LiveId" clId="{6BE8FF4A-4A23-4C19-81A9-38B6A3375950}" dt="2026-09-20T19:01:12.356" v="2377" actId="1076"/>
          <ac:spMkLst>
            <pc:docMk/>
            <pc:sldMk cId="2485216105" sldId="260"/>
            <ac:spMk id="17" creationId="{1F9C4D19-5812-9D18-31C6-084B735EB25D}"/>
          </ac:spMkLst>
        </pc:spChg>
        <pc:spChg chg="add mod">
          <ac:chgData name="Wanho Wong" userId="76ac22dec529db09" providerId="LiveId" clId="{6BE8FF4A-4A23-4C19-81A9-38B6A3375950}" dt="2026-09-21T15:43:53.085" v="10077" actId="20577"/>
          <ac:spMkLst>
            <pc:docMk/>
            <pc:sldMk cId="2485216105" sldId="260"/>
            <ac:spMk id="19" creationId="{E4B679D7-FD0C-A400-26D4-CC3BF13AC07D}"/>
          </ac:spMkLst>
        </pc:spChg>
        <pc:spChg chg="add mod">
          <ac:chgData name="Wanho Wong" userId="76ac22dec529db09" providerId="LiveId" clId="{6BE8FF4A-4A23-4C19-81A9-38B6A3375950}" dt="2026-09-20T19:10:08.765" v="2682" actId="1076"/>
          <ac:spMkLst>
            <pc:docMk/>
            <pc:sldMk cId="2485216105" sldId="260"/>
            <ac:spMk id="20" creationId="{DDBCE596-583B-747F-4D5D-5BA78B6CE01F}"/>
          </ac:spMkLst>
        </pc:spChg>
        <pc:spChg chg="add mod">
          <ac:chgData name="Wanho Wong" userId="76ac22dec529db09" providerId="LiveId" clId="{6BE8FF4A-4A23-4C19-81A9-38B6A3375950}" dt="2026-09-20T19:22:07.478" v="3272"/>
          <ac:spMkLst>
            <pc:docMk/>
            <pc:sldMk cId="2485216105" sldId="260"/>
            <ac:spMk id="22" creationId="{7378F461-925C-F161-6938-DF4EE1917934}"/>
          </ac:spMkLst>
        </pc:spChg>
      </pc:sldChg>
      <pc:sldChg chg="addSp delSp modSp new mod">
        <pc:chgData name="Wanho Wong" userId="76ac22dec529db09" providerId="LiveId" clId="{6BE8FF4A-4A23-4C19-81A9-38B6A3375950}" dt="2026-09-21T15:04:27.950" v="7654"/>
        <pc:sldMkLst>
          <pc:docMk/>
          <pc:sldMk cId="2798872821" sldId="261"/>
        </pc:sldMkLst>
        <pc:spChg chg="mod">
          <ac:chgData name="Wanho Wong" userId="76ac22dec529db09" providerId="LiveId" clId="{6BE8FF4A-4A23-4C19-81A9-38B6A3375950}" dt="2026-09-21T14:59:36.561" v="7067" actId="1076"/>
          <ac:spMkLst>
            <pc:docMk/>
            <pc:sldMk cId="2798872821" sldId="261"/>
            <ac:spMk id="2" creationId="{8005150D-B042-36C9-88A3-7AA3624F05B4}"/>
          </ac:spMkLst>
        </pc:spChg>
        <pc:spChg chg="add mod">
          <ac:chgData name="Wanho Wong" userId="76ac22dec529db09" providerId="LiveId" clId="{6BE8FF4A-4A23-4C19-81A9-38B6A3375950}" dt="2026-09-21T14:59:38.550" v="7068" actId="1076"/>
          <ac:spMkLst>
            <pc:docMk/>
            <pc:sldMk cId="2798872821" sldId="261"/>
            <ac:spMk id="5" creationId="{47DD3D6D-0E74-7312-0EE2-3600D30A884F}"/>
          </ac:spMkLst>
        </pc:spChg>
        <pc:spChg chg="add mod">
          <ac:chgData name="Wanho Wong" userId="76ac22dec529db09" providerId="LiveId" clId="{6BE8FF4A-4A23-4C19-81A9-38B6A3375950}" dt="2026-09-21T14:59:44.592" v="7069" actId="1076"/>
          <ac:spMkLst>
            <pc:docMk/>
            <pc:sldMk cId="2798872821" sldId="261"/>
            <ac:spMk id="7" creationId="{CDD1E1B6-A95B-815F-6FC9-7B2FB04C696A}"/>
          </ac:spMkLst>
        </pc:spChg>
        <pc:spChg chg="add mod">
          <ac:chgData name="Wanho Wong" userId="76ac22dec529db09" providerId="LiveId" clId="{6BE8FF4A-4A23-4C19-81A9-38B6A3375950}" dt="2026-09-21T15:04:27.950" v="7654"/>
          <ac:spMkLst>
            <pc:docMk/>
            <pc:sldMk cId="2798872821" sldId="261"/>
            <ac:spMk id="8" creationId="{AB60FB56-4AA0-7F21-4EEB-A3E9AA233C3F}"/>
          </ac:spMkLst>
        </pc:spChg>
      </pc:sldChg>
      <pc:sldChg chg="addSp modSp new mod">
        <pc:chgData name="Wanho Wong" userId="76ac22dec529db09" providerId="LiveId" clId="{6BE8FF4A-4A23-4C19-81A9-38B6A3375950}" dt="2026-09-20T19:15:44.466" v="3256" actId="1076"/>
        <pc:sldMkLst>
          <pc:docMk/>
          <pc:sldMk cId="2921860959" sldId="262"/>
        </pc:sldMkLst>
        <pc:spChg chg="mod">
          <ac:chgData name="Wanho Wong" userId="76ac22dec529db09" providerId="LiveId" clId="{6BE8FF4A-4A23-4C19-81A9-38B6A3375950}" dt="2026-09-20T18:47:35.390" v="1859"/>
          <ac:spMkLst>
            <pc:docMk/>
            <pc:sldMk cId="2921860959" sldId="262"/>
            <ac:spMk id="2" creationId="{7A7C54CB-3F5B-4B8A-50B3-7CB2E3181DCD}"/>
          </ac:spMkLst>
        </pc:spChg>
        <pc:spChg chg="mod">
          <ac:chgData name="Wanho Wong" userId="76ac22dec529db09" providerId="LiveId" clId="{6BE8FF4A-4A23-4C19-81A9-38B6A3375950}" dt="2026-09-20T18:52:19.825" v="2098"/>
          <ac:spMkLst>
            <pc:docMk/>
            <pc:sldMk cId="2921860959" sldId="262"/>
            <ac:spMk id="3" creationId="{A6FDF59F-7F7B-7CC9-5AA3-67F1823D131E}"/>
          </ac:spMkLst>
        </pc:spChg>
        <pc:spChg chg="add mod">
          <ac:chgData name="Wanho Wong" userId="76ac22dec529db09" providerId="LiveId" clId="{6BE8FF4A-4A23-4C19-81A9-38B6A3375950}" dt="2026-09-20T19:15:41.091" v="3255" actId="1076"/>
          <ac:spMkLst>
            <pc:docMk/>
            <pc:sldMk cId="2921860959" sldId="262"/>
            <ac:spMk id="4" creationId="{104AD9FD-EB00-017F-86B9-9DA5A7B867E6}"/>
          </ac:spMkLst>
        </pc:spChg>
        <pc:spChg chg="add mod">
          <ac:chgData name="Wanho Wong" userId="76ac22dec529db09" providerId="LiveId" clId="{6BE8FF4A-4A23-4C19-81A9-38B6A3375950}" dt="2026-09-20T19:15:44.466" v="3256" actId="1076"/>
          <ac:spMkLst>
            <pc:docMk/>
            <pc:sldMk cId="2921860959" sldId="262"/>
            <ac:spMk id="6" creationId="{82CDC515-76E4-B868-8EF2-D5CAF2EDD16B}"/>
          </ac:spMkLst>
        </pc:spChg>
      </pc:sldChg>
      <pc:sldChg chg="addSp modSp new mod">
        <pc:chgData name="Wanho Wong" userId="76ac22dec529db09" providerId="LiveId" clId="{6BE8FF4A-4A23-4C19-81A9-38B6A3375950}" dt="2026-09-21T15:18:53.360" v="8528" actId="1076"/>
        <pc:sldMkLst>
          <pc:docMk/>
          <pc:sldMk cId="2744854262" sldId="263"/>
        </pc:sldMkLst>
        <pc:spChg chg="mod">
          <ac:chgData name="Wanho Wong" userId="76ac22dec529db09" providerId="LiveId" clId="{6BE8FF4A-4A23-4C19-81A9-38B6A3375950}" dt="2026-09-21T14:50:46.394" v="6049"/>
          <ac:spMkLst>
            <pc:docMk/>
            <pc:sldMk cId="2744854262" sldId="263"/>
            <ac:spMk id="2" creationId="{722E2988-7358-1C18-20C2-4DE70C4F4F8C}"/>
          </ac:spMkLst>
        </pc:spChg>
        <pc:spChg chg="mod">
          <ac:chgData name="Wanho Wong" userId="76ac22dec529db09" providerId="LiveId" clId="{6BE8FF4A-4A23-4C19-81A9-38B6A3375950}" dt="2026-09-21T15:18:53.360" v="8528" actId="1076"/>
          <ac:spMkLst>
            <pc:docMk/>
            <pc:sldMk cId="2744854262" sldId="263"/>
            <ac:spMk id="3" creationId="{380C26BE-34D3-74E7-8B03-E5F1AA180E7F}"/>
          </ac:spMkLst>
        </pc:spChg>
        <pc:spChg chg="add mod">
          <ac:chgData name="Wanho Wong" userId="76ac22dec529db09" providerId="LiveId" clId="{6BE8FF4A-4A23-4C19-81A9-38B6A3375950}" dt="2026-09-21T15:08:06.650" v="7784" actId="1076"/>
          <ac:spMkLst>
            <pc:docMk/>
            <pc:sldMk cId="2744854262" sldId="263"/>
            <ac:spMk id="4" creationId="{35463A28-507B-DD69-56EC-809B7E785CE9}"/>
          </ac:spMkLst>
        </pc:spChg>
        <pc:spChg chg="add mod">
          <ac:chgData name="Wanho Wong" userId="76ac22dec529db09" providerId="LiveId" clId="{6BE8FF4A-4A23-4C19-81A9-38B6A3375950}" dt="2026-09-21T15:10:51.607" v="8525"/>
          <ac:spMkLst>
            <pc:docMk/>
            <pc:sldMk cId="2744854262" sldId="263"/>
            <ac:spMk id="5" creationId="{5C7B5A00-5545-CED0-EBBF-46ACF5CA30EB}"/>
          </ac:spMkLst>
        </pc:spChg>
      </pc:sldChg>
      <pc:sldChg chg="modSp new mod">
        <pc:chgData name="Wanho Wong" userId="76ac22dec529db09" providerId="LiveId" clId="{6BE8FF4A-4A23-4C19-81A9-38B6A3375950}" dt="2026-09-21T14:49:57.847" v="6017"/>
        <pc:sldMkLst>
          <pc:docMk/>
          <pc:sldMk cId="3094926487" sldId="264"/>
        </pc:sldMkLst>
        <pc:spChg chg="mod">
          <ac:chgData name="Wanho Wong" userId="76ac22dec529db09" providerId="LiveId" clId="{6BE8FF4A-4A23-4C19-81A9-38B6A3375950}" dt="2026-09-21T14:44:41.538" v="4955"/>
          <ac:spMkLst>
            <pc:docMk/>
            <pc:sldMk cId="3094926487" sldId="264"/>
            <ac:spMk id="2" creationId="{E016CB49-B551-9BF1-9CD2-24988C140102}"/>
          </ac:spMkLst>
        </pc:spChg>
        <pc:spChg chg="mod">
          <ac:chgData name="Wanho Wong" userId="76ac22dec529db09" providerId="LiveId" clId="{6BE8FF4A-4A23-4C19-81A9-38B6A3375950}" dt="2026-09-21T14:49:57.847" v="6017"/>
          <ac:spMkLst>
            <pc:docMk/>
            <pc:sldMk cId="3094926487" sldId="264"/>
            <ac:spMk id="3" creationId="{0C37F3AB-CE9D-D925-8E98-B25C4A91D10D}"/>
          </ac:spMkLst>
        </pc:spChg>
      </pc:sldChg>
      <pc:sldChg chg="modSp new mod">
        <pc:chgData name="Wanho Wong" userId="76ac22dec529db09" providerId="LiveId" clId="{6BE8FF4A-4A23-4C19-81A9-38B6A3375950}" dt="2026-10-08T19:35:34.833" v="93376"/>
        <pc:sldMkLst>
          <pc:docMk/>
          <pc:sldMk cId="2374956505" sldId="265"/>
        </pc:sldMkLst>
        <pc:spChg chg="mod">
          <ac:chgData name="Wanho Wong" userId="76ac22dec529db09" providerId="LiveId" clId="{6BE8FF4A-4A23-4C19-81A9-38B6A3375950}" dt="2026-09-21T14:45:35.022" v="5092" actId="20577"/>
          <ac:spMkLst>
            <pc:docMk/>
            <pc:sldMk cId="2374956505" sldId="265"/>
            <ac:spMk id="2" creationId="{E3D10265-332F-6328-766F-5E15571E6E17}"/>
          </ac:spMkLst>
        </pc:spChg>
        <pc:spChg chg="mod">
          <ac:chgData name="Wanho Wong" userId="76ac22dec529db09" providerId="LiveId" clId="{6BE8FF4A-4A23-4C19-81A9-38B6A3375950}" dt="2026-10-08T19:35:34.833" v="93376"/>
          <ac:spMkLst>
            <pc:docMk/>
            <pc:sldMk cId="2374956505" sldId="265"/>
            <ac:spMk id="3" creationId="{DA008734-20C4-5392-501B-B857916D44D3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3929533283" sldId="266"/>
        </pc:sldMkLst>
        <pc:spChg chg="mod">
          <ac:chgData name="Wanho Wong" userId="76ac22dec529db09" providerId="LiveId" clId="{6BE8FF4A-4A23-4C19-81A9-38B6A3375950}" dt="2026-09-26T06:06:02.651" v="22971" actId="255"/>
          <ac:spMkLst>
            <pc:docMk/>
            <pc:sldMk cId="3929533283" sldId="266"/>
            <ac:spMk id="2" creationId="{D77A5964-5150-E4CA-C822-93C8C534FE34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3929533283" sldId="266"/>
            <ac:spMk id="3" creationId="{2915DF2B-D6D3-32AE-20D1-2287CCF01E3B}"/>
          </ac:spMkLst>
        </pc:spChg>
      </pc:sldChg>
      <pc:sldChg chg="addSp delSp modSp new mod">
        <pc:chgData name="Wanho Wong" userId="76ac22dec529db09" providerId="LiveId" clId="{6BE8FF4A-4A23-4C19-81A9-38B6A3375950}" dt="2026-10-06T14:21:16.155" v="93186"/>
        <pc:sldMkLst>
          <pc:docMk/>
          <pc:sldMk cId="555636555" sldId="267"/>
        </pc:sldMkLst>
        <pc:spChg chg="mod">
          <ac:chgData name="Wanho Wong" userId="76ac22dec529db09" providerId="LiveId" clId="{6BE8FF4A-4A23-4C19-81A9-38B6A3375950}" dt="2026-09-26T06:09:42.464" v="23582" actId="255"/>
          <ac:spMkLst>
            <pc:docMk/>
            <pc:sldMk cId="555636555" sldId="267"/>
            <ac:spMk id="2" creationId="{45FD0D81-0BCE-AE4E-7AA5-043D81B3AD91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555636555" sldId="267"/>
            <ac:spMk id="3" creationId="{3E2A22C1-1DFE-B3D5-A562-30E190875A3D}"/>
          </ac:spMkLst>
        </pc:spChg>
      </pc:sldChg>
      <pc:sldChg chg="modSp new mod">
        <pc:chgData name="Wanho Wong" userId="76ac22dec529db09" providerId="LiveId" clId="{6BE8FF4A-4A23-4C19-81A9-38B6A3375950}" dt="2026-10-08T19:35:09.882" v="93375"/>
        <pc:sldMkLst>
          <pc:docMk/>
          <pc:sldMk cId="4052412039" sldId="268"/>
        </pc:sldMkLst>
        <pc:spChg chg="mod">
          <ac:chgData name="Wanho Wong" userId="76ac22dec529db09" providerId="LiveId" clId="{6BE8FF4A-4A23-4C19-81A9-38B6A3375950}" dt="2026-09-26T06:23:37.882" v="25452" actId="255"/>
          <ac:spMkLst>
            <pc:docMk/>
            <pc:sldMk cId="4052412039" sldId="268"/>
            <ac:spMk id="2" creationId="{92629856-B8EE-F431-2DE8-FA021B8A115B}"/>
          </ac:spMkLst>
        </pc:spChg>
        <pc:spChg chg="mod">
          <ac:chgData name="Wanho Wong" userId="76ac22dec529db09" providerId="LiveId" clId="{6BE8FF4A-4A23-4C19-81A9-38B6A3375950}" dt="2026-10-08T19:35:09.882" v="93375"/>
          <ac:spMkLst>
            <pc:docMk/>
            <pc:sldMk cId="4052412039" sldId="268"/>
            <ac:spMk id="3" creationId="{C4A904EB-AD6E-7C14-5C06-9C64D1B29B6F}"/>
          </ac:spMkLst>
        </pc:spChg>
      </pc:sldChg>
      <pc:sldChg chg="addSp delSp modSp new mod">
        <pc:chgData name="Wanho Wong" userId="76ac22dec529db09" providerId="LiveId" clId="{6BE8FF4A-4A23-4C19-81A9-38B6A3375950}" dt="2026-10-06T14:21:16.155" v="93186"/>
        <pc:sldMkLst>
          <pc:docMk/>
          <pc:sldMk cId="3936021316" sldId="269"/>
        </pc:sldMkLst>
        <pc:spChg chg="mod">
          <ac:chgData name="Wanho Wong" userId="76ac22dec529db09" providerId="LiveId" clId="{6BE8FF4A-4A23-4C19-81A9-38B6A3375950}" dt="2026-09-26T06:25:20.958" v="25626" actId="255"/>
          <ac:spMkLst>
            <pc:docMk/>
            <pc:sldMk cId="3936021316" sldId="269"/>
            <ac:spMk id="2" creationId="{52929322-8147-F674-80FD-CDAA1FA33823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3936021316" sldId="269"/>
            <ac:spMk id="3" creationId="{416E4435-7F96-EB4D-9670-F7F8809E85B3}"/>
          </ac:spMkLst>
        </pc:spChg>
      </pc:sldChg>
      <pc:sldChg chg="modSp new mod">
        <pc:chgData name="Wanho Wong" userId="76ac22dec529db09" providerId="LiveId" clId="{6BE8FF4A-4A23-4C19-81A9-38B6A3375950}" dt="2026-10-08T19:35:34.833" v="93376"/>
        <pc:sldMkLst>
          <pc:docMk/>
          <pc:sldMk cId="1135109780" sldId="270"/>
        </pc:sldMkLst>
        <pc:spChg chg="mod">
          <ac:chgData name="Wanho Wong" userId="76ac22dec529db09" providerId="LiveId" clId="{6BE8FF4A-4A23-4C19-81A9-38B6A3375950}" dt="2026-09-26T06:30:43.031" v="26670" actId="255"/>
          <ac:spMkLst>
            <pc:docMk/>
            <pc:sldMk cId="1135109780" sldId="270"/>
            <ac:spMk id="2" creationId="{23C9FDA8-8870-1E3D-A88F-B7CC0757D2A3}"/>
          </ac:spMkLst>
        </pc:spChg>
        <pc:spChg chg="mod">
          <ac:chgData name="Wanho Wong" userId="76ac22dec529db09" providerId="LiveId" clId="{6BE8FF4A-4A23-4C19-81A9-38B6A3375950}" dt="2026-10-08T19:35:34.833" v="93376"/>
          <ac:spMkLst>
            <pc:docMk/>
            <pc:sldMk cId="1135109780" sldId="270"/>
            <ac:spMk id="3" creationId="{2FDBD601-6642-E9F2-1580-054CCBF07F84}"/>
          </ac:spMkLst>
        </pc:spChg>
      </pc:sldChg>
      <pc:sldChg chg="modSp new mod">
        <pc:chgData name="Wanho Wong" userId="76ac22dec529db09" providerId="LiveId" clId="{6BE8FF4A-4A23-4C19-81A9-38B6A3375950}" dt="2026-10-08T18:32:53.248" v="93188" actId="20577"/>
        <pc:sldMkLst>
          <pc:docMk/>
          <pc:sldMk cId="1203405488" sldId="271"/>
        </pc:sldMkLst>
        <pc:spChg chg="mod">
          <ac:chgData name="Wanho Wong" userId="76ac22dec529db09" providerId="LiveId" clId="{6BE8FF4A-4A23-4C19-81A9-38B6A3375950}" dt="2026-09-26T06:45:12.194" v="29001" actId="255"/>
          <ac:spMkLst>
            <pc:docMk/>
            <pc:sldMk cId="1203405488" sldId="271"/>
            <ac:spMk id="2" creationId="{82E464C5-C815-BC71-02D9-807E65892CC0}"/>
          </ac:spMkLst>
        </pc:spChg>
        <pc:spChg chg="mod">
          <ac:chgData name="Wanho Wong" userId="76ac22dec529db09" providerId="LiveId" clId="{6BE8FF4A-4A23-4C19-81A9-38B6A3375950}" dt="2026-10-08T18:32:53.248" v="93188" actId="20577"/>
          <ac:spMkLst>
            <pc:docMk/>
            <pc:sldMk cId="1203405488" sldId="271"/>
            <ac:spMk id="3" creationId="{A69D8017-42AE-3534-2BDE-B2BEF7C4B559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1813886758" sldId="272"/>
        </pc:sldMkLst>
        <pc:spChg chg="mod">
          <ac:chgData name="Wanho Wong" userId="76ac22dec529db09" providerId="LiveId" clId="{6BE8FF4A-4A23-4C19-81A9-38B6A3375950}" dt="2026-09-26T06:50:34.917" v="30056" actId="255"/>
          <ac:spMkLst>
            <pc:docMk/>
            <pc:sldMk cId="1813886758" sldId="272"/>
            <ac:spMk id="2" creationId="{FDF8443C-BFB2-1D61-2DAD-F3BB27B5A8DF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1813886758" sldId="272"/>
            <ac:spMk id="3" creationId="{DE3F16DB-A974-DB01-D70B-2195D1AFD4C0}"/>
          </ac:spMkLst>
        </pc:spChg>
      </pc:sldChg>
      <pc:sldChg chg="addSp delSp modSp new mod">
        <pc:chgData name="Wanho Wong" userId="76ac22dec529db09" providerId="LiveId" clId="{6BE8FF4A-4A23-4C19-81A9-38B6A3375950}" dt="2026-10-06T14:21:16.155" v="93186"/>
        <pc:sldMkLst>
          <pc:docMk/>
          <pc:sldMk cId="1429644431" sldId="273"/>
        </pc:sldMkLst>
        <pc:spChg chg="mod">
          <ac:chgData name="Wanho Wong" userId="76ac22dec529db09" providerId="LiveId" clId="{6BE8FF4A-4A23-4C19-81A9-38B6A3375950}" dt="2026-09-26T07:02:32.091" v="30673" actId="255"/>
          <ac:spMkLst>
            <pc:docMk/>
            <pc:sldMk cId="1429644431" sldId="273"/>
            <ac:spMk id="2" creationId="{F104ED9E-EE8E-E812-2330-94F6A953086E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1429644431" sldId="273"/>
            <ac:spMk id="3" creationId="{0A88BE27-95A8-553F-4C06-0AE0C3BC899E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1153003057" sldId="274"/>
        </pc:sldMkLst>
        <pc:spChg chg="mod">
          <ac:chgData name="Wanho Wong" userId="76ac22dec529db09" providerId="LiveId" clId="{6BE8FF4A-4A23-4C19-81A9-38B6A3375950}" dt="2026-09-26T11:44:49.688" v="32656" actId="255"/>
          <ac:spMkLst>
            <pc:docMk/>
            <pc:sldMk cId="1153003057" sldId="274"/>
            <ac:spMk id="2" creationId="{AA43E76B-0A5A-819D-9874-801D8824EBE0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1153003057" sldId="274"/>
            <ac:spMk id="3" creationId="{650CA09D-A75E-53D3-62EF-A694D2EE2D19}"/>
          </ac:spMkLst>
        </pc:spChg>
      </pc:sldChg>
      <pc:sldChg chg="modSp new mod">
        <pc:chgData name="Wanho Wong" userId="76ac22dec529db09" providerId="LiveId" clId="{6BE8FF4A-4A23-4C19-81A9-38B6A3375950}" dt="2026-10-01T20:13:25.773" v="86307"/>
        <pc:sldMkLst>
          <pc:docMk/>
          <pc:sldMk cId="2354921575" sldId="275"/>
        </pc:sldMkLst>
        <pc:spChg chg="mod">
          <ac:chgData name="Wanho Wong" userId="76ac22dec529db09" providerId="LiveId" clId="{6BE8FF4A-4A23-4C19-81A9-38B6A3375950}" dt="2026-09-26T06:39:20.904" v="28242" actId="255"/>
          <ac:spMkLst>
            <pc:docMk/>
            <pc:sldMk cId="2354921575" sldId="275"/>
            <ac:spMk id="2" creationId="{B8BD4A36-0746-2B1A-65C2-6C4C7272A561}"/>
          </ac:spMkLst>
        </pc:spChg>
        <pc:spChg chg="mod">
          <ac:chgData name="Wanho Wong" userId="76ac22dec529db09" providerId="LiveId" clId="{6BE8FF4A-4A23-4C19-81A9-38B6A3375950}" dt="2026-10-01T20:13:25.773" v="86307"/>
          <ac:spMkLst>
            <pc:docMk/>
            <pc:sldMk cId="2354921575" sldId="275"/>
            <ac:spMk id="3" creationId="{5524D4A8-15C8-D6A1-0249-AACD48A42BA9}"/>
          </ac:spMkLst>
        </pc:spChg>
      </pc:sldChg>
      <pc:sldChg chg="modSp new mod">
        <pc:chgData name="Wanho Wong" userId="76ac22dec529db09" providerId="LiveId" clId="{6BE8FF4A-4A23-4C19-81A9-38B6A3375950}" dt="2026-10-08T19:35:34.833" v="93376"/>
        <pc:sldMkLst>
          <pc:docMk/>
          <pc:sldMk cId="2934923486" sldId="276"/>
        </pc:sldMkLst>
        <pc:spChg chg="mod">
          <ac:chgData name="Wanho Wong" userId="76ac22dec529db09" providerId="LiveId" clId="{6BE8FF4A-4A23-4C19-81A9-38B6A3375950}" dt="2026-09-26T11:46:54.090" v="33217" actId="255"/>
          <ac:spMkLst>
            <pc:docMk/>
            <pc:sldMk cId="2934923486" sldId="276"/>
            <ac:spMk id="2" creationId="{07E1DFB4-9F88-C987-39E1-F3142E43AA5A}"/>
          </ac:spMkLst>
        </pc:spChg>
        <pc:spChg chg="mod">
          <ac:chgData name="Wanho Wong" userId="76ac22dec529db09" providerId="LiveId" clId="{6BE8FF4A-4A23-4C19-81A9-38B6A3375950}" dt="2026-10-08T19:35:34.833" v="93376"/>
          <ac:spMkLst>
            <pc:docMk/>
            <pc:sldMk cId="2934923486" sldId="276"/>
            <ac:spMk id="3" creationId="{B606AC97-5825-8A96-38D2-6666BC8F5952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851019714" sldId="277"/>
        </pc:sldMkLst>
        <pc:spChg chg="mod">
          <ac:chgData name="Wanho Wong" userId="76ac22dec529db09" providerId="LiveId" clId="{6BE8FF4A-4A23-4C19-81A9-38B6A3375950}" dt="2026-09-26T11:52:29.813" v="34371" actId="255"/>
          <ac:spMkLst>
            <pc:docMk/>
            <pc:sldMk cId="851019714" sldId="277"/>
            <ac:spMk id="2" creationId="{58F77366-F6CA-CD00-A5D5-B2BB7493FE4C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851019714" sldId="277"/>
            <ac:spMk id="3" creationId="{18D35ABA-A697-F518-51B8-11924E6B0B6A}"/>
          </ac:spMkLst>
        </pc:spChg>
      </pc:sldChg>
      <pc:sldChg chg="modSp new mod">
        <pc:chgData name="Wanho Wong" userId="76ac22dec529db09" providerId="LiveId" clId="{6BE8FF4A-4A23-4C19-81A9-38B6A3375950}" dt="2026-10-08T19:35:34.833" v="93376"/>
        <pc:sldMkLst>
          <pc:docMk/>
          <pc:sldMk cId="3995156608" sldId="278"/>
        </pc:sldMkLst>
        <pc:spChg chg="mod">
          <ac:chgData name="Wanho Wong" userId="76ac22dec529db09" providerId="LiveId" clId="{6BE8FF4A-4A23-4C19-81A9-38B6A3375950}" dt="2026-09-26T11:55:37.185" v="34957" actId="255"/>
          <ac:spMkLst>
            <pc:docMk/>
            <pc:sldMk cId="3995156608" sldId="278"/>
            <ac:spMk id="2" creationId="{15478286-B63A-A04A-974C-637EEFB93276}"/>
          </ac:spMkLst>
        </pc:spChg>
        <pc:spChg chg="mod">
          <ac:chgData name="Wanho Wong" userId="76ac22dec529db09" providerId="LiveId" clId="{6BE8FF4A-4A23-4C19-81A9-38B6A3375950}" dt="2026-10-08T19:35:34.833" v="93376"/>
          <ac:spMkLst>
            <pc:docMk/>
            <pc:sldMk cId="3995156608" sldId="278"/>
            <ac:spMk id="3" creationId="{28D9A894-BDE4-AE9E-F692-F200698F4BDF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193384155" sldId="279"/>
        </pc:sldMkLst>
        <pc:spChg chg="mod">
          <ac:chgData name="Wanho Wong" userId="76ac22dec529db09" providerId="LiveId" clId="{6BE8FF4A-4A23-4C19-81A9-38B6A3375950}" dt="2026-09-26T12:06:51.208" v="37153" actId="255"/>
          <ac:spMkLst>
            <pc:docMk/>
            <pc:sldMk cId="193384155" sldId="279"/>
            <ac:spMk id="2" creationId="{F924CCB3-018D-0C7E-D1E0-2AD114ACA49A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193384155" sldId="279"/>
            <ac:spMk id="3" creationId="{28BDB89D-F7CF-2AAB-E5C4-0B4C720F20B4}"/>
          </ac:spMkLst>
        </pc:spChg>
      </pc:sldChg>
      <pc:sldChg chg="modSp new mod">
        <pc:chgData name="Wanho Wong" userId="76ac22dec529db09" providerId="LiveId" clId="{6BE8FF4A-4A23-4C19-81A9-38B6A3375950}" dt="2026-10-08T19:35:34.833" v="93376"/>
        <pc:sldMkLst>
          <pc:docMk/>
          <pc:sldMk cId="2988335028" sldId="280"/>
        </pc:sldMkLst>
        <pc:spChg chg="mod">
          <ac:chgData name="Wanho Wong" userId="76ac22dec529db09" providerId="LiveId" clId="{6BE8FF4A-4A23-4C19-81A9-38B6A3375950}" dt="2026-09-26T12:13:44.585" v="38510" actId="255"/>
          <ac:spMkLst>
            <pc:docMk/>
            <pc:sldMk cId="2988335028" sldId="280"/>
            <ac:spMk id="2" creationId="{5AE1D58C-61C7-45A2-04CD-E1C80A88BA3E}"/>
          </ac:spMkLst>
        </pc:spChg>
        <pc:spChg chg="mod">
          <ac:chgData name="Wanho Wong" userId="76ac22dec529db09" providerId="LiveId" clId="{6BE8FF4A-4A23-4C19-81A9-38B6A3375950}" dt="2026-10-08T19:35:34.833" v="93376"/>
          <ac:spMkLst>
            <pc:docMk/>
            <pc:sldMk cId="2988335028" sldId="280"/>
            <ac:spMk id="3" creationId="{4B88E522-D45E-3785-B74B-9C142F65AFD8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36849131" sldId="281"/>
        </pc:sldMkLst>
        <pc:spChg chg="mod">
          <ac:chgData name="Wanho Wong" userId="76ac22dec529db09" providerId="LiveId" clId="{6BE8FF4A-4A23-4C19-81A9-38B6A3375950}" dt="2026-09-26T12:30:05.559" v="41565" actId="255"/>
          <ac:spMkLst>
            <pc:docMk/>
            <pc:sldMk cId="36849131" sldId="281"/>
            <ac:spMk id="2" creationId="{F8DC4C6C-428F-83A5-489C-264F8DB44477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36849131" sldId="281"/>
            <ac:spMk id="3" creationId="{7B913CFD-895F-E34C-DADF-EFE658049264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2945971197" sldId="282"/>
        </pc:sldMkLst>
        <pc:spChg chg="mod">
          <ac:chgData name="Wanho Wong" userId="76ac22dec529db09" providerId="LiveId" clId="{6BE8FF4A-4A23-4C19-81A9-38B6A3375950}" dt="2026-09-26T12:21:59.794" v="39970" actId="255"/>
          <ac:spMkLst>
            <pc:docMk/>
            <pc:sldMk cId="2945971197" sldId="282"/>
            <ac:spMk id="2" creationId="{EE19071F-5435-AC30-0AE9-BFDC54310C59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2945971197" sldId="282"/>
            <ac:spMk id="3" creationId="{692FF1F8-D3C6-28F3-4ABC-BD4EB4F0DC94}"/>
          </ac:spMkLst>
        </pc:spChg>
      </pc:sldChg>
      <pc:sldChg chg="modSp new mod">
        <pc:chgData name="Wanho Wong" userId="76ac22dec529db09" providerId="LiveId" clId="{6BE8FF4A-4A23-4C19-81A9-38B6A3375950}" dt="2026-09-26T12:29:51.327" v="41564"/>
        <pc:sldMkLst>
          <pc:docMk/>
          <pc:sldMk cId="331861329" sldId="283"/>
        </pc:sldMkLst>
        <pc:spChg chg="mod">
          <ac:chgData name="Wanho Wong" userId="76ac22dec529db09" providerId="LiveId" clId="{6BE8FF4A-4A23-4C19-81A9-38B6A3375950}" dt="2026-09-26T12:26:45.959" v="40743" actId="255"/>
          <ac:spMkLst>
            <pc:docMk/>
            <pc:sldMk cId="331861329" sldId="283"/>
            <ac:spMk id="2" creationId="{4D30EBAB-5EAE-CF5A-5711-9C725E494DDA}"/>
          </ac:spMkLst>
        </pc:spChg>
        <pc:spChg chg="mod">
          <ac:chgData name="Wanho Wong" userId="76ac22dec529db09" providerId="LiveId" clId="{6BE8FF4A-4A23-4C19-81A9-38B6A3375950}" dt="2026-09-26T12:29:51.327" v="41564"/>
          <ac:spMkLst>
            <pc:docMk/>
            <pc:sldMk cId="331861329" sldId="283"/>
            <ac:spMk id="3" creationId="{6B2D1624-7FBD-F789-74D6-BCBBB6A68C17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448066942" sldId="284"/>
        </pc:sldMkLst>
        <pc:spChg chg="mod">
          <ac:chgData name="Wanho Wong" userId="76ac22dec529db09" providerId="LiveId" clId="{6BE8FF4A-4A23-4C19-81A9-38B6A3375950}" dt="2026-09-26T12:34:23.461" v="42155" actId="255"/>
          <ac:spMkLst>
            <pc:docMk/>
            <pc:sldMk cId="448066942" sldId="284"/>
            <ac:spMk id="2" creationId="{C454E71A-8D07-0465-97E1-CA87F95E753F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448066942" sldId="284"/>
            <ac:spMk id="3" creationId="{8FDC1237-583F-DF2C-A434-9AA7ED109FB4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4187007728" sldId="285"/>
        </pc:sldMkLst>
        <pc:spChg chg="mod">
          <ac:chgData name="Wanho Wong" userId="76ac22dec529db09" providerId="LiveId" clId="{6BE8FF4A-4A23-4C19-81A9-38B6A3375950}" dt="2026-09-26T12:38:12.160" v="42853" actId="255"/>
          <ac:spMkLst>
            <pc:docMk/>
            <pc:sldMk cId="4187007728" sldId="285"/>
            <ac:spMk id="2" creationId="{47521F82-8199-D449-4617-BBF34FA74B86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4187007728" sldId="285"/>
            <ac:spMk id="3" creationId="{DC5F7370-D8FD-2632-BB69-7AAAE4A75AC4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1643680840" sldId="286"/>
        </pc:sldMkLst>
        <pc:spChg chg="mod">
          <ac:chgData name="Wanho Wong" userId="76ac22dec529db09" providerId="LiveId" clId="{6BE8FF4A-4A23-4C19-81A9-38B6A3375950}" dt="2026-09-26T12:42:02.903" v="43406" actId="255"/>
          <ac:spMkLst>
            <pc:docMk/>
            <pc:sldMk cId="1643680840" sldId="286"/>
            <ac:spMk id="2" creationId="{1B4D8CAC-75E0-1592-61F8-21C80C60B4A1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1643680840" sldId="286"/>
            <ac:spMk id="3" creationId="{84DA979E-6282-665F-3F20-B0B2F6EDC586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3865768524" sldId="287"/>
        </pc:sldMkLst>
        <pc:spChg chg="mod">
          <ac:chgData name="Wanho Wong" userId="76ac22dec529db09" providerId="LiveId" clId="{6BE8FF4A-4A23-4C19-81A9-38B6A3375950}" dt="2026-09-26T12:44:03.994" v="43617" actId="255"/>
          <ac:spMkLst>
            <pc:docMk/>
            <pc:sldMk cId="3865768524" sldId="287"/>
            <ac:spMk id="2" creationId="{1A9690EC-D657-84C3-B07D-9285C846EAED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3865768524" sldId="287"/>
            <ac:spMk id="3" creationId="{77EA9F19-EAB8-A0C6-D6AA-581C9BC1092A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1278714177" sldId="288"/>
        </pc:sldMkLst>
        <pc:spChg chg="mod">
          <ac:chgData name="Wanho Wong" userId="76ac22dec529db09" providerId="LiveId" clId="{6BE8FF4A-4A23-4C19-81A9-38B6A3375950}" dt="2026-09-26T13:01:54.488" v="46558" actId="255"/>
          <ac:spMkLst>
            <pc:docMk/>
            <pc:sldMk cId="1278714177" sldId="288"/>
            <ac:spMk id="2" creationId="{FC3AD719-457A-9569-2B93-D587918BC9E3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1278714177" sldId="288"/>
            <ac:spMk id="3" creationId="{1C72E056-41FC-D8A4-80CC-9EBD69F54B89}"/>
          </ac:spMkLst>
        </pc:spChg>
      </pc:sldChg>
      <pc:sldChg chg="modSp new mod">
        <pc:chgData name="Wanho Wong" userId="76ac22dec529db09" providerId="LiveId" clId="{6BE8FF4A-4A23-4C19-81A9-38B6A3375950}" dt="2026-09-26T13:08:00.595" v="47745"/>
        <pc:sldMkLst>
          <pc:docMk/>
          <pc:sldMk cId="1858042314" sldId="289"/>
        </pc:sldMkLst>
        <pc:spChg chg="mod">
          <ac:chgData name="Wanho Wong" userId="76ac22dec529db09" providerId="LiveId" clId="{6BE8FF4A-4A23-4C19-81A9-38B6A3375950}" dt="2026-09-26T13:02:02.172" v="46559" actId="255"/>
          <ac:spMkLst>
            <pc:docMk/>
            <pc:sldMk cId="1858042314" sldId="289"/>
            <ac:spMk id="2" creationId="{C40A76A0-CDD8-AC60-A1EB-9A9859118BF9}"/>
          </ac:spMkLst>
        </pc:spChg>
        <pc:spChg chg="mod">
          <ac:chgData name="Wanho Wong" userId="76ac22dec529db09" providerId="LiveId" clId="{6BE8FF4A-4A23-4C19-81A9-38B6A3375950}" dt="2026-09-26T13:08:00.595" v="47745"/>
          <ac:spMkLst>
            <pc:docMk/>
            <pc:sldMk cId="1858042314" sldId="289"/>
            <ac:spMk id="3" creationId="{11DD9E4E-09C9-7905-659B-32350524296A}"/>
          </ac:spMkLst>
        </pc:spChg>
      </pc:sldChg>
      <pc:sldChg chg="modSp new mod">
        <pc:chgData name="Wanho Wong" userId="76ac22dec529db09" providerId="LiveId" clId="{6BE8FF4A-4A23-4C19-81A9-38B6A3375950}" dt="2026-10-08T19:35:34.833" v="93376"/>
        <pc:sldMkLst>
          <pc:docMk/>
          <pc:sldMk cId="666993903" sldId="290"/>
        </pc:sldMkLst>
        <pc:spChg chg="mod">
          <ac:chgData name="Wanho Wong" userId="76ac22dec529db09" providerId="LiveId" clId="{6BE8FF4A-4A23-4C19-81A9-38B6A3375950}" dt="2026-09-26T12:48:52.196" v="44700" actId="255"/>
          <ac:spMkLst>
            <pc:docMk/>
            <pc:sldMk cId="666993903" sldId="290"/>
            <ac:spMk id="2" creationId="{C45B103A-E423-F1DD-0700-35A155C6E5CE}"/>
          </ac:spMkLst>
        </pc:spChg>
        <pc:spChg chg="mod">
          <ac:chgData name="Wanho Wong" userId="76ac22dec529db09" providerId="LiveId" clId="{6BE8FF4A-4A23-4C19-81A9-38B6A3375950}" dt="2026-10-08T19:35:34.833" v="93376"/>
          <ac:spMkLst>
            <pc:docMk/>
            <pc:sldMk cId="666993903" sldId="290"/>
            <ac:spMk id="3" creationId="{1DBEF1F9-F86A-EEE4-F5BB-DF8C4476B5CC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2978533085" sldId="291"/>
        </pc:sldMkLst>
        <pc:spChg chg="mod">
          <ac:chgData name="Wanho Wong" userId="76ac22dec529db09" providerId="LiveId" clId="{6BE8FF4A-4A23-4C19-81A9-38B6A3375950}" dt="2026-09-26T13:10:40.894" v="47748" actId="255"/>
          <ac:spMkLst>
            <pc:docMk/>
            <pc:sldMk cId="2978533085" sldId="291"/>
            <ac:spMk id="2" creationId="{CA8248FA-959D-39F6-0898-8BB36EF8D66F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2978533085" sldId="291"/>
            <ac:spMk id="3" creationId="{8BC6CE11-E2B8-65A6-D5DE-89BE6571A0C0}"/>
          </ac:spMkLst>
        </pc:spChg>
      </pc:sldChg>
      <pc:sldChg chg="modSp new mod ord">
        <pc:chgData name="Wanho Wong" userId="76ac22dec529db09" providerId="LiveId" clId="{6BE8FF4A-4A23-4C19-81A9-38B6A3375950}" dt="2026-09-26T13:17:10.606" v="49051" actId="20577"/>
        <pc:sldMkLst>
          <pc:docMk/>
          <pc:sldMk cId="2368012929" sldId="292"/>
        </pc:sldMkLst>
        <pc:spChg chg="mod">
          <ac:chgData name="Wanho Wong" userId="76ac22dec529db09" providerId="LiveId" clId="{6BE8FF4A-4A23-4C19-81A9-38B6A3375950}" dt="2026-09-26T13:14:48.983" v="48708" actId="255"/>
          <ac:spMkLst>
            <pc:docMk/>
            <pc:sldMk cId="2368012929" sldId="292"/>
            <ac:spMk id="2" creationId="{224ED983-9319-E43C-389B-E6BEFA48A46D}"/>
          </ac:spMkLst>
        </pc:spChg>
        <pc:spChg chg="mod">
          <ac:chgData name="Wanho Wong" userId="76ac22dec529db09" providerId="LiveId" clId="{6BE8FF4A-4A23-4C19-81A9-38B6A3375950}" dt="2026-09-26T13:17:10.606" v="49051" actId="20577"/>
          <ac:spMkLst>
            <pc:docMk/>
            <pc:sldMk cId="2368012929" sldId="292"/>
            <ac:spMk id="3" creationId="{DC366D69-C079-A552-AABF-C0B34A1C14E8}"/>
          </ac:spMkLst>
        </pc:spChg>
      </pc:sldChg>
      <pc:sldChg chg="modSp new mod ord">
        <pc:chgData name="Wanho Wong" userId="76ac22dec529db09" providerId="LiveId" clId="{6BE8FF4A-4A23-4C19-81A9-38B6A3375950}" dt="2026-10-06T14:21:16.155" v="93186"/>
        <pc:sldMkLst>
          <pc:docMk/>
          <pc:sldMk cId="2866209671" sldId="293"/>
        </pc:sldMkLst>
        <pc:spChg chg="mod">
          <ac:chgData name="Wanho Wong" userId="76ac22dec529db09" providerId="LiveId" clId="{6BE8FF4A-4A23-4C19-81A9-38B6A3375950}" dt="2026-09-26T13:15:42.199" v="48744" actId="255"/>
          <ac:spMkLst>
            <pc:docMk/>
            <pc:sldMk cId="2866209671" sldId="293"/>
            <ac:spMk id="2" creationId="{7139C970-D764-5A15-42DF-2D228B8E875E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2866209671" sldId="293"/>
            <ac:spMk id="3" creationId="{50884246-A1B2-0C29-5D8A-72F658022E25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283445642" sldId="294"/>
        </pc:sldMkLst>
        <pc:spChg chg="mod">
          <ac:chgData name="Wanho Wong" userId="76ac22dec529db09" providerId="LiveId" clId="{6BE8FF4A-4A23-4C19-81A9-38B6A3375950}" dt="2026-09-26T13:19:49.579" v="49576" actId="255"/>
          <ac:spMkLst>
            <pc:docMk/>
            <pc:sldMk cId="283445642" sldId="294"/>
            <ac:spMk id="2" creationId="{BC6FBC22-7DE3-2208-9BAB-E1A5F2B368B6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283445642" sldId="294"/>
            <ac:spMk id="3" creationId="{D9E46D84-4311-E71C-DAF5-912EBAD0ECA1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2379204238" sldId="295"/>
        </pc:sldMkLst>
        <pc:spChg chg="mod">
          <ac:chgData name="Wanho Wong" userId="76ac22dec529db09" providerId="LiveId" clId="{6BE8FF4A-4A23-4C19-81A9-38B6A3375950}" dt="2026-09-26T13:24:46.906" v="50459" actId="255"/>
          <ac:spMkLst>
            <pc:docMk/>
            <pc:sldMk cId="2379204238" sldId="295"/>
            <ac:spMk id="2" creationId="{97C7C403-6C52-9E91-84F3-6564FE340C91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2379204238" sldId="295"/>
            <ac:spMk id="3" creationId="{A0854267-B7DF-9540-2AC2-FD3752658D5A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3222038921" sldId="296"/>
        </pc:sldMkLst>
        <pc:spChg chg="mod">
          <ac:chgData name="Wanho Wong" userId="76ac22dec529db09" providerId="LiveId" clId="{6BE8FF4A-4A23-4C19-81A9-38B6A3375950}" dt="2026-09-26T13:27:00.983" v="50734" actId="255"/>
          <ac:spMkLst>
            <pc:docMk/>
            <pc:sldMk cId="3222038921" sldId="296"/>
            <ac:spMk id="2" creationId="{E81DDFBB-3D66-FBF6-378C-C7FA9F16E94A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3222038921" sldId="296"/>
            <ac:spMk id="3" creationId="{A31CF69E-8D95-8D39-42BA-97318DA40555}"/>
          </ac:spMkLst>
        </pc:spChg>
      </pc:sldChg>
      <pc:sldChg chg="modSp new mod">
        <pc:chgData name="Wanho Wong" userId="76ac22dec529db09" providerId="LiveId" clId="{6BE8FF4A-4A23-4C19-81A9-38B6A3375950}" dt="2026-09-26T13:39:27.370" v="53534"/>
        <pc:sldMkLst>
          <pc:docMk/>
          <pc:sldMk cId="4237094302" sldId="297"/>
        </pc:sldMkLst>
        <pc:spChg chg="mod">
          <ac:chgData name="Wanho Wong" userId="76ac22dec529db09" providerId="LiveId" clId="{6BE8FF4A-4A23-4C19-81A9-38B6A3375950}" dt="2026-09-26T13:27:06.762" v="50735" actId="255"/>
          <ac:spMkLst>
            <pc:docMk/>
            <pc:sldMk cId="4237094302" sldId="297"/>
            <ac:spMk id="2" creationId="{3416F17C-4D66-2F26-B62C-B0DBD1FE32A9}"/>
          </ac:spMkLst>
        </pc:spChg>
        <pc:spChg chg="mod">
          <ac:chgData name="Wanho Wong" userId="76ac22dec529db09" providerId="LiveId" clId="{6BE8FF4A-4A23-4C19-81A9-38B6A3375950}" dt="2026-09-26T13:39:27.370" v="53534"/>
          <ac:spMkLst>
            <pc:docMk/>
            <pc:sldMk cId="4237094302" sldId="297"/>
            <ac:spMk id="3" creationId="{4EB943B7-60E7-4919-81DA-DE6B839B2A6F}"/>
          </ac:spMkLst>
        </pc:spChg>
      </pc:sldChg>
      <pc:sldChg chg="addSp delSp modSp new mod">
        <pc:chgData name="Wanho Wong" userId="76ac22dec529db09" providerId="LiveId" clId="{6BE8FF4A-4A23-4C19-81A9-38B6A3375950}" dt="2026-10-06T14:21:16.155" v="93186"/>
        <pc:sldMkLst>
          <pc:docMk/>
          <pc:sldMk cId="2230595944" sldId="298"/>
        </pc:sldMkLst>
        <pc:spChg chg="mod">
          <ac:chgData name="Wanho Wong" userId="76ac22dec529db09" providerId="LiveId" clId="{6BE8FF4A-4A23-4C19-81A9-38B6A3375950}" dt="2026-09-21T15:48:37.375" v="10083" actId="255"/>
          <ac:spMkLst>
            <pc:docMk/>
            <pc:sldMk cId="2230595944" sldId="298"/>
            <ac:spMk id="2" creationId="{976098F1-78CC-A159-C9F8-ACB39189EDFD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2230595944" sldId="298"/>
            <ac:spMk id="3" creationId="{E6A91E60-0475-3446-B831-F5F83323A093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1740792099" sldId="299"/>
        </pc:sldMkLst>
        <pc:spChg chg="mod">
          <ac:chgData name="Wanho Wong" userId="76ac22dec529db09" providerId="LiveId" clId="{6BE8FF4A-4A23-4C19-81A9-38B6A3375950}" dt="2026-09-26T13:45:24.698" v="54841" actId="255"/>
          <ac:spMkLst>
            <pc:docMk/>
            <pc:sldMk cId="1740792099" sldId="299"/>
            <ac:spMk id="2" creationId="{9BF4DC47-7E56-EA64-5983-99FC699ABFC1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1740792099" sldId="299"/>
            <ac:spMk id="3" creationId="{0AA29AF2-E2B7-2BAB-4580-3A8AF1C38B10}"/>
          </ac:spMkLst>
        </pc:spChg>
      </pc:sldChg>
      <pc:sldChg chg="modSp new mod">
        <pc:chgData name="Wanho Wong" userId="76ac22dec529db09" providerId="LiveId" clId="{6BE8FF4A-4A23-4C19-81A9-38B6A3375950}" dt="2026-10-01T20:13:25.773" v="86307"/>
        <pc:sldMkLst>
          <pc:docMk/>
          <pc:sldMk cId="2819934207" sldId="300"/>
        </pc:sldMkLst>
        <pc:spChg chg="mod">
          <ac:chgData name="Wanho Wong" userId="76ac22dec529db09" providerId="LiveId" clId="{6BE8FF4A-4A23-4C19-81A9-38B6A3375950}" dt="2026-09-26T14:13:35.130" v="57931" actId="255"/>
          <ac:spMkLst>
            <pc:docMk/>
            <pc:sldMk cId="2819934207" sldId="300"/>
            <ac:spMk id="2" creationId="{FBC0F96B-6274-064C-C606-E62B8AE0D935}"/>
          </ac:spMkLst>
        </pc:spChg>
        <pc:spChg chg="mod">
          <ac:chgData name="Wanho Wong" userId="76ac22dec529db09" providerId="LiveId" clId="{6BE8FF4A-4A23-4C19-81A9-38B6A3375950}" dt="2026-10-01T20:13:25.773" v="86307"/>
          <ac:spMkLst>
            <pc:docMk/>
            <pc:sldMk cId="2819934207" sldId="300"/>
            <ac:spMk id="3" creationId="{791A22CD-8942-7681-607C-911268B3A05A}"/>
          </ac:spMkLst>
        </pc:spChg>
      </pc:sldChg>
      <pc:sldChg chg="modSp new mod">
        <pc:chgData name="Wanho Wong" userId="76ac22dec529db09" providerId="LiveId" clId="{6BE8FF4A-4A23-4C19-81A9-38B6A3375950}" dt="2026-10-01T20:13:25.773" v="86307"/>
        <pc:sldMkLst>
          <pc:docMk/>
          <pc:sldMk cId="2622596800" sldId="301"/>
        </pc:sldMkLst>
        <pc:spChg chg="mod">
          <ac:chgData name="Wanho Wong" userId="76ac22dec529db09" providerId="LiveId" clId="{6BE8FF4A-4A23-4C19-81A9-38B6A3375950}" dt="2026-09-26T14:18:10.754" v="58845" actId="255"/>
          <ac:spMkLst>
            <pc:docMk/>
            <pc:sldMk cId="2622596800" sldId="301"/>
            <ac:spMk id="2" creationId="{12CEA7CB-A54A-C8A7-3F4B-D4E66672F0E9}"/>
          </ac:spMkLst>
        </pc:spChg>
        <pc:spChg chg="mod">
          <ac:chgData name="Wanho Wong" userId="76ac22dec529db09" providerId="LiveId" clId="{6BE8FF4A-4A23-4C19-81A9-38B6A3375950}" dt="2026-10-01T20:13:25.773" v="86307"/>
          <ac:spMkLst>
            <pc:docMk/>
            <pc:sldMk cId="2622596800" sldId="301"/>
            <ac:spMk id="3" creationId="{565283B1-E4E1-0B7C-6792-B11921C85F20}"/>
          </ac:spMkLst>
        </pc:spChg>
      </pc:sldChg>
      <pc:sldChg chg="modSp new mod">
        <pc:chgData name="Wanho Wong" userId="76ac22dec529db09" providerId="LiveId" clId="{6BE8FF4A-4A23-4C19-81A9-38B6A3375950}" dt="2026-10-08T19:35:34.833" v="93376"/>
        <pc:sldMkLst>
          <pc:docMk/>
          <pc:sldMk cId="1040121705" sldId="302"/>
        </pc:sldMkLst>
        <pc:spChg chg="mod">
          <ac:chgData name="Wanho Wong" userId="76ac22dec529db09" providerId="LiveId" clId="{6BE8FF4A-4A23-4C19-81A9-38B6A3375950}" dt="2026-09-26T14:22:01.593" v="59409" actId="255"/>
          <ac:spMkLst>
            <pc:docMk/>
            <pc:sldMk cId="1040121705" sldId="302"/>
            <ac:spMk id="2" creationId="{F4F28326-A6CD-A5BB-AF73-0DE3F3B23E06}"/>
          </ac:spMkLst>
        </pc:spChg>
        <pc:spChg chg="mod">
          <ac:chgData name="Wanho Wong" userId="76ac22dec529db09" providerId="LiveId" clId="{6BE8FF4A-4A23-4C19-81A9-38B6A3375950}" dt="2026-10-08T19:35:34.833" v="93376"/>
          <ac:spMkLst>
            <pc:docMk/>
            <pc:sldMk cId="1040121705" sldId="302"/>
            <ac:spMk id="3" creationId="{7993BDA1-4912-AC1D-7D9A-AE84B3CF680F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1214220511" sldId="303"/>
        </pc:sldMkLst>
        <pc:spChg chg="mod">
          <ac:chgData name="Wanho Wong" userId="76ac22dec529db09" providerId="LiveId" clId="{6BE8FF4A-4A23-4C19-81A9-38B6A3375950}" dt="2026-09-26T14:06:49.304" v="56551" actId="255"/>
          <ac:spMkLst>
            <pc:docMk/>
            <pc:sldMk cId="1214220511" sldId="303"/>
            <ac:spMk id="2" creationId="{661A5964-77AA-5C37-530C-6EC88A883F97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1214220511" sldId="303"/>
            <ac:spMk id="3" creationId="{6776D195-87DE-5603-AABC-EBC74CDE0AE9}"/>
          </ac:spMkLst>
        </pc:spChg>
      </pc:sldChg>
      <pc:sldChg chg="modSp new mod">
        <pc:chgData name="Wanho Wong" userId="76ac22dec529db09" providerId="LiveId" clId="{6BE8FF4A-4A23-4C19-81A9-38B6A3375950}" dt="2026-10-01T20:13:25.773" v="86307"/>
        <pc:sldMkLst>
          <pc:docMk/>
          <pc:sldMk cId="3962192722" sldId="304"/>
        </pc:sldMkLst>
        <pc:spChg chg="mod">
          <ac:chgData name="Wanho Wong" userId="76ac22dec529db09" providerId="LiveId" clId="{6BE8FF4A-4A23-4C19-81A9-38B6A3375950}" dt="2026-09-25T19:56:33.591" v="21201" actId="255"/>
          <ac:spMkLst>
            <pc:docMk/>
            <pc:sldMk cId="3962192722" sldId="304"/>
            <ac:spMk id="2" creationId="{152FD9D8-CAAF-F57D-E63E-46C8E6509056}"/>
          </ac:spMkLst>
        </pc:spChg>
        <pc:spChg chg="mod">
          <ac:chgData name="Wanho Wong" userId="76ac22dec529db09" providerId="LiveId" clId="{6BE8FF4A-4A23-4C19-81A9-38B6A3375950}" dt="2026-10-01T20:13:25.773" v="86307"/>
          <ac:spMkLst>
            <pc:docMk/>
            <pc:sldMk cId="3962192722" sldId="304"/>
            <ac:spMk id="3" creationId="{B517BF4F-3641-6234-8527-375B04DF58F9}"/>
          </ac:spMkLst>
        </pc:spChg>
      </pc:sldChg>
      <pc:sldChg chg="modSp new mod">
        <pc:chgData name="Wanho Wong" userId="76ac22dec529db09" providerId="LiveId" clId="{6BE8FF4A-4A23-4C19-81A9-38B6A3375950}" dt="2026-09-26T06:44:06.454" v="28928"/>
        <pc:sldMkLst>
          <pc:docMk/>
          <pc:sldMk cId="3720766675" sldId="305"/>
        </pc:sldMkLst>
        <pc:spChg chg="mod">
          <ac:chgData name="Wanho Wong" userId="76ac22dec529db09" providerId="LiveId" clId="{6BE8FF4A-4A23-4C19-81A9-38B6A3375950}" dt="2026-09-25T19:49:55.018" v="20169" actId="255"/>
          <ac:spMkLst>
            <pc:docMk/>
            <pc:sldMk cId="3720766675" sldId="305"/>
            <ac:spMk id="2" creationId="{42053848-0C0F-60A2-A5CF-4554DEC5622D}"/>
          </ac:spMkLst>
        </pc:spChg>
        <pc:spChg chg="mod">
          <ac:chgData name="Wanho Wong" userId="76ac22dec529db09" providerId="LiveId" clId="{6BE8FF4A-4A23-4C19-81A9-38B6A3375950}" dt="2026-09-26T06:44:06.454" v="28928"/>
          <ac:spMkLst>
            <pc:docMk/>
            <pc:sldMk cId="3720766675" sldId="305"/>
            <ac:spMk id="3" creationId="{93FF367F-2255-1FD1-6C7C-42F026E175FC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2908084764" sldId="306"/>
        </pc:sldMkLst>
        <pc:spChg chg="mod">
          <ac:chgData name="Wanho Wong" userId="76ac22dec529db09" providerId="LiveId" clId="{6BE8FF4A-4A23-4C19-81A9-38B6A3375950}" dt="2026-09-25T19:35:13.432" v="19376" actId="255"/>
          <ac:spMkLst>
            <pc:docMk/>
            <pc:sldMk cId="2908084764" sldId="306"/>
            <ac:spMk id="2" creationId="{EED4E818-275D-F606-D936-8AB52F518B3C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2908084764" sldId="306"/>
            <ac:spMk id="3" creationId="{D01CEF25-BD15-1F9D-E9AA-08D54ABA2350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1014366624" sldId="307"/>
        </pc:sldMkLst>
        <pc:spChg chg="mod">
          <ac:chgData name="Wanho Wong" userId="76ac22dec529db09" providerId="LiveId" clId="{6BE8FF4A-4A23-4C19-81A9-38B6A3375950}" dt="2026-09-25T19:17:18.723" v="16585" actId="255"/>
          <ac:spMkLst>
            <pc:docMk/>
            <pc:sldMk cId="1014366624" sldId="307"/>
            <ac:spMk id="2" creationId="{5BF04805-FCE9-8512-5EFF-72D4257C11ED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1014366624" sldId="307"/>
            <ac:spMk id="3" creationId="{0C8797F7-8E5F-7DD4-54D2-60D9911E427E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662079551" sldId="308"/>
        </pc:sldMkLst>
        <pc:spChg chg="mod">
          <ac:chgData name="Wanho Wong" userId="76ac22dec529db09" providerId="LiveId" clId="{6BE8FF4A-4A23-4C19-81A9-38B6A3375950}" dt="2026-09-25T19:07:06.196" v="15738" actId="255"/>
          <ac:spMkLst>
            <pc:docMk/>
            <pc:sldMk cId="662079551" sldId="308"/>
            <ac:spMk id="2" creationId="{0DB0AE54-7BC2-0DBF-BEE1-774A171F0560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662079551" sldId="308"/>
            <ac:spMk id="3" creationId="{2E887C5E-F290-E2F7-F3B6-C129B3B05075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1021126843" sldId="309"/>
        </pc:sldMkLst>
        <pc:spChg chg="mod">
          <ac:chgData name="Wanho Wong" userId="76ac22dec529db09" providerId="LiveId" clId="{6BE8FF4A-4A23-4C19-81A9-38B6A3375950}" dt="2026-09-25T19:03:33.381" v="15140" actId="255"/>
          <ac:spMkLst>
            <pc:docMk/>
            <pc:sldMk cId="1021126843" sldId="309"/>
            <ac:spMk id="2" creationId="{3302641D-CC0E-CE61-8E3E-F4470DAFC193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1021126843" sldId="309"/>
            <ac:spMk id="3" creationId="{974CFFA3-36E0-A710-648B-974D57145CF0}"/>
          </ac:spMkLst>
        </pc:spChg>
      </pc:sldChg>
      <pc:sldChg chg="modSp new mod">
        <pc:chgData name="Wanho Wong" userId="76ac22dec529db09" providerId="LiveId" clId="{6BE8FF4A-4A23-4C19-81A9-38B6A3375950}" dt="2026-09-25T19:03:21.204" v="15139" actId="20577"/>
        <pc:sldMkLst>
          <pc:docMk/>
          <pc:sldMk cId="4213054497" sldId="310"/>
        </pc:sldMkLst>
        <pc:spChg chg="mod">
          <ac:chgData name="Wanho Wong" userId="76ac22dec529db09" providerId="LiveId" clId="{6BE8FF4A-4A23-4C19-81A9-38B6A3375950}" dt="2026-09-25T18:53:45.958" v="14786" actId="255"/>
          <ac:spMkLst>
            <pc:docMk/>
            <pc:sldMk cId="4213054497" sldId="310"/>
            <ac:spMk id="2" creationId="{EA18385B-F5CD-B99C-D614-FAB00688A44D}"/>
          </ac:spMkLst>
        </pc:spChg>
        <pc:spChg chg="mod">
          <ac:chgData name="Wanho Wong" userId="76ac22dec529db09" providerId="LiveId" clId="{6BE8FF4A-4A23-4C19-81A9-38B6A3375950}" dt="2026-09-25T19:03:21.204" v="15139" actId="20577"/>
          <ac:spMkLst>
            <pc:docMk/>
            <pc:sldMk cId="4213054497" sldId="310"/>
            <ac:spMk id="3" creationId="{32CA50F0-5006-38FC-BE15-CE1ED69A764F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282192709" sldId="311"/>
        </pc:sldMkLst>
        <pc:spChg chg="mod">
          <ac:chgData name="Wanho Wong" userId="76ac22dec529db09" providerId="LiveId" clId="{6BE8FF4A-4A23-4C19-81A9-38B6A3375950}" dt="2026-09-25T18:53:01.946" v="14785" actId="255"/>
          <ac:spMkLst>
            <pc:docMk/>
            <pc:sldMk cId="282192709" sldId="311"/>
            <ac:spMk id="2" creationId="{611FD68D-14AE-4B85-FF8A-CEED3E87119E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282192709" sldId="311"/>
            <ac:spMk id="3" creationId="{02876FE3-1F0E-6EE6-171A-3DAE730A1742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1556580580" sldId="312"/>
        </pc:sldMkLst>
        <pc:spChg chg="mod">
          <ac:chgData name="Wanho Wong" userId="76ac22dec529db09" providerId="LiveId" clId="{6BE8FF4A-4A23-4C19-81A9-38B6A3375950}" dt="2026-09-21T16:04:55.570" v="11434" actId="255"/>
          <ac:spMkLst>
            <pc:docMk/>
            <pc:sldMk cId="1556580580" sldId="312"/>
            <ac:spMk id="2" creationId="{52235020-FFFA-82DD-9500-6BED240F9E02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1556580580" sldId="312"/>
            <ac:spMk id="3" creationId="{E61CB029-DD6A-50E6-11A8-A8F2E08293A7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4072941633" sldId="313"/>
        </pc:sldMkLst>
        <pc:spChg chg="mod">
          <ac:chgData name="Wanho Wong" userId="76ac22dec529db09" providerId="LiveId" clId="{6BE8FF4A-4A23-4C19-81A9-38B6A3375950}" dt="2026-09-21T15:55:01.591" v="10737" actId="255"/>
          <ac:spMkLst>
            <pc:docMk/>
            <pc:sldMk cId="4072941633" sldId="313"/>
            <ac:spMk id="2" creationId="{E2E8DEEF-5FC9-E2D8-A1BA-0BB7FEDBF92A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4072941633" sldId="313"/>
            <ac:spMk id="3" creationId="{10398892-804D-CB46-8A9C-89430804054A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333524574" sldId="314"/>
        </pc:sldMkLst>
        <pc:spChg chg="mod">
          <ac:chgData name="Wanho Wong" userId="76ac22dec529db09" providerId="LiveId" clId="{6BE8FF4A-4A23-4C19-81A9-38B6A3375950}" dt="2026-09-21T15:53:39.375" v="10732" actId="255"/>
          <ac:spMkLst>
            <pc:docMk/>
            <pc:sldMk cId="333524574" sldId="314"/>
            <ac:spMk id="2" creationId="{4FA9BC3D-4C79-4D66-26B5-E3B1A2544A3B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333524574" sldId="314"/>
            <ac:spMk id="3" creationId="{7021171E-F776-5A00-94E6-6B7536209282}"/>
          </ac:spMkLst>
        </pc:spChg>
      </pc:sldChg>
      <pc:sldChg chg="modSp new mod">
        <pc:chgData name="Wanho Wong" userId="76ac22dec529db09" providerId="LiveId" clId="{6BE8FF4A-4A23-4C19-81A9-38B6A3375950}" dt="2026-10-08T19:36:41.843" v="93377"/>
        <pc:sldMkLst>
          <pc:docMk/>
          <pc:sldMk cId="210751081" sldId="315"/>
        </pc:sldMkLst>
        <pc:spChg chg="mod">
          <ac:chgData name="Wanho Wong" userId="76ac22dec529db09" providerId="LiveId" clId="{6BE8FF4A-4A23-4C19-81A9-38B6A3375950}" dt="2026-09-21T15:34:15.018" v="9740"/>
          <ac:spMkLst>
            <pc:docMk/>
            <pc:sldMk cId="210751081" sldId="315"/>
            <ac:spMk id="2" creationId="{1DF615CE-AE1E-8855-9100-9738331A5435}"/>
          </ac:spMkLst>
        </pc:spChg>
        <pc:spChg chg="mod">
          <ac:chgData name="Wanho Wong" userId="76ac22dec529db09" providerId="LiveId" clId="{6BE8FF4A-4A23-4C19-81A9-38B6A3375950}" dt="2026-10-08T19:36:41.843" v="93377"/>
          <ac:spMkLst>
            <pc:docMk/>
            <pc:sldMk cId="210751081" sldId="315"/>
            <ac:spMk id="3" creationId="{061A0C72-6E2E-CDA7-2E66-3166B0007799}"/>
          </ac:spMkLst>
        </pc:spChg>
      </pc:sldChg>
      <pc:sldChg chg="modSp new mod">
        <pc:chgData name="Wanho Wong" userId="76ac22dec529db09" providerId="LiveId" clId="{6BE8FF4A-4A23-4C19-81A9-38B6A3375950}" dt="2026-10-08T19:35:34.833" v="93376"/>
        <pc:sldMkLst>
          <pc:docMk/>
          <pc:sldMk cId="533942028" sldId="316"/>
        </pc:sldMkLst>
        <pc:spChg chg="mod">
          <ac:chgData name="Wanho Wong" userId="76ac22dec529db09" providerId="LiveId" clId="{6BE8FF4A-4A23-4C19-81A9-38B6A3375950}" dt="2026-09-26T13:47:28.048" v="55145" actId="255"/>
          <ac:spMkLst>
            <pc:docMk/>
            <pc:sldMk cId="533942028" sldId="316"/>
            <ac:spMk id="2" creationId="{6C5E735E-517F-FC7F-DAD5-9143AFFB9286}"/>
          </ac:spMkLst>
        </pc:spChg>
        <pc:spChg chg="mod">
          <ac:chgData name="Wanho Wong" userId="76ac22dec529db09" providerId="LiveId" clId="{6BE8FF4A-4A23-4C19-81A9-38B6A3375950}" dt="2026-10-08T19:35:34.833" v="93376"/>
          <ac:spMkLst>
            <pc:docMk/>
            <pc:sldMk cId="533942028" sldId="316"/>
            <ac:spMk id="3" creationId="{8AB1E31F-0A7C-343B-55C1-6F5A1F9C4235}"/>
          </ac:spMkLst>
        </pc:spChg>
      </pc:sldChg>
      <pc:sldChg chg="modSp add mod">
        <pc:chgData name="Wanho Wong" userId="76ac22dec529db09" providerId="LiveId" clId="{6BE8FF4A-4A23-4C19-81A9-38B6A3375950}" dt="2026-09-26T15:07:37.107" v="63693" actId="313"/>
        <pc:sldMkLst>
          <pc:docMk/>
          <pc:sldMk cId="3662776881" sldId="317"/>
        </pc:sldMkLst>
        <pc:spChg chg="mod">
          <ac:chgData name="Wanho Wong" userId="76ac22dec529db09" providerId="LiveId" clId="{6BE8FF4A-4A23-4C19-81A9-38B6A3375950}" dt="2026-09-26T15:07:25.130" v="63662" actId="255"/>
          <ac:spMkLst>
            <pc:docMk/>
            <pc:sldMk cId="3662776881" sldId="317"/>
            <ac:spMk id="2" creationId="{8FD5F8F7-BBA4-7D2B-8EB5-63A567E99B63}"/>
          </ac:spMkLst>
        </pc:spChg>
        <pc:spChg chg="mod">
          <ac:chgData name="Wanho Wong" userId="76ac22dec529db09" providerId="LiveId" clId="{6BE8FF4A-4A23-4C19-81A9-38B6A3375950}" dt="2026-09-26T15:07:37.107" v="63693" actId="313"/>
          <ac:spMkLst>
            <pc:docMk/>
            <pc:sldMk cId="3662776881" sldId="317"/>
            <ac:spMk id="3" creationId="{6DBAE36E-7C50-1826-C581-34DE4D855B50}"/>
          </ac:spMkLst>
        </pc:spChg>
      </pc:sldChg>
      <pc:sldChg chg="modSp new mod">
        <pc:chgData name="Wanho Wong" userId="76ac22dec529db09" providerId="LiveId" clId="{6BE8FF4A-4A23-4C19-81A9-38B6A3375950}" dt="2026-09-25T20:02:55.061" v="22506"/>
        <pc:sldMkLst>
          <pc:docMk/>
          <pc:sldMk cId="1173509054" sldId="318"/>
        </pc:sldMkLst>
        <pc:spChg chg="mod">
          <ac:chgData name="Wanho Wong" userId="76ac22dec529db09" providerId="LiveId" clId="{6BE8FF4A-4A23-4C19-81A9-38B6A3375950}" dt="2026-09-25T19:59:58.538" v="21553" actId="255"/>
          <ac:spMkLst>
            <pc:docMk/>
            <pc:sldMk cId="1173509054" sldId="318"/>
            <ac:spMk id="2" creationId="{EA29B199-AF00-CDDF-19BB-C0A614A82ADF}"/>
          </ac:spMkLst>
        </pc:spChg>
        <pc:spChg chg="mod">
          <ac:chgData name="Wanho Wong" userId="76ac22dec529db09" providerId="LiveId" clId="{6BE8FF4A-4A23-4C19-81A9-38B6A3375950}" dt="2026-09-25T20:02:55.061" v="22506"/>
          <ac:spMkLst>
            <pc:docMk/>
            <pc:sldMk cId="1173509054" sldId="318"/>
            <ac:spMk id="3" creationId="{A07B2C04-F829-FAB1-77B8-51497E3FC351}"/>
          </ac:spMkLst>
        </pc:spChg>
      </pc:sldChg>
      <pc:sldChg chg="modSp new mod">
        <pc:chgData name="Wanho Wong" userId="76ac22dec529db09" providerId="LiveId" clId="{6BE8FF4A-4A23-4C19-81A9-38B6A3375950}" dt="2026-09-26T14:43:26.347" v="62198"/>
        <pc:sldMkLst>
          <pc:docMk/>
          <pc:sldMk cId="133907577" sldId="319"/>
        </pc:sldMkLst>
        <pc:spChg chg="mod">
          <ac:chgData name="Wanho Wong" userId="76ac22dec529db09" providerId="LiveId" clId="{6BE8FF4A-4A23-4C19-81A9-38B6A3375950}" dt="2026-09-25T20:03:15.441" v="22508" actId="255"/>
          <ac:spMkLst>
            <pc:docMk/>
            <pc:sldMk cId="133907577" sldId="319"/>
            <ac:spMk id="2" creationId="{3BA8A6E7-960E-0BED-3A46-130E9E817F1B}"/>
          </ac:spMkLst>
        </pc:spChg>
        <pc:spChg chg="mod">
          <ac:chgData name="Wanho Wong" userId="76ac22dec529db09" providerId="LiveId" clId="{6BE8FF4A-4A23-4C19-81A9-38B6A3375950}" dt="2026-09-26T14:43:26.347" v="62198"/>
          <ac:spMkLst>
            <pc:docMk/>
            <pc:sldMk cId="133907577" sldId="319"/>
            <ac:spMk id="3" creationId="{FC3D6480-2B3C-7D1E-DAE7-7528E03FF7AA}"/>
          </ac:spMkLst>
        </pc:spChg>
      </pc:sldChg>
      <pc:sldChg chg="modSp new mod">
        <pc:chgData name="Wanho Wong" userId="76ac22dec529db09" providerId="LiveId" clId="{6BE8FF4A-4A23-4C19-81A9-38B6A3375950}" dt="2026-10-01T20:13:25.773" v="86307"/>
        <pc:sldMkLst>
          <pc:docMk/>
          <pc:sldMk cId="3616258673" sldId="320"/>
        </pc:sldMkLst>
        <pc:spChg chg="mod">
          <ac:chgData name="Wanho Wong" userId="76ac22dec529db09" providerId="LiveId" clId="{6BE8FF4A-4A23-4C19-81A9-38B6A3375950}" dt="2026-09-25T18:52:56.204" v="14784" actId="255"/>
          <ac:spMkLst>
            <pc:docMk/>
            <pc:sldMk cId="3616258673" sldId="320"/>
            <ac:spMk id="2" creationId="{7154B1A9-DCCC-E180-F6CA-4A5A3C1CEDA9}"/>
          </ac:spMkLst>
        </pc:spChg>
        <pc:spChg chg="mod">
          <ac:chgData name="Wanho Wong" userId="76ac22dec529db09" providerId="LiveId" clId="{6BE8FF4A-4A23-4C19-81A9-38B6A3375950}" dt="2026-10-01T20:13:25.773" v="86307"/>
          <ac:spMkLst>
            <pc:docMk/>
            <pc:sldMk cId="3616258673" sldId="320"/>
            <ac:spMk id="3" creationId="{D44C039B-EB68-2824-63B8-46348B6ECD21}"/>
          </ac:spMkLst>
        </pc:spChg>
      </pc:sldChg>
      <pc:sldChg chg="modSp new mod">
        <pc:chgData name="Wanho Wong" userId="76ac22dec529db09" providerId="LiveId" clId="{6BE8FF4A-4A23-4C19-81A9-38B6A3375950}" dt="2026-10-08T18:37:30.786" v="93228"/>
        <pc:sldMkLst>
          <pc:docMk/>
          <pc:sldMk cId="1090813610" sldId="321"/>
        </pc:sldMkLst>
        <pc:spChg chg="mod">
          <ac:chgData name="Wanho Wong" userId="76ac22dec529db09" providerId="LiveId" clId="{6BE8FF4A-4A23-4C19-81A9-38B6A3375950}" dt="2026-09-26T07:08:22.674" v="31253" actId="255"/>
          <ac:spMkLst>
            <pc:docMk/>
            <pc:sldMk cId="1090813610" sldId="321"/>
            <ac:spMk id="2" creationId="{0A651F80-F6C6-AF84-4F86-A0437F4130B3}"/>
          </ac:spMkLst>
        </pc:spChg>
        <pc:spChg chg="mod">
          <ac:chgData name="Wanho Wong" userId="76ac22dec529db09" providerId="LiveId" clId="{6BE8FF4A-4A23-4C19-81A9-38B6A3375950}" dt="2026-10-08T18:37:30.786" v="93228"/>
          <ac:spMkLst>
            <pc:docMk/>
            <pc:sldMk cId="1090813610" sldId="321"/>
            <ac:spMk id="3" creationId="{322404DB-9C22-3FA2-5C6E-9CF87BABC7F9}"/>
          </ac:spMkLst>
        </pc:spChg>
      </pc:sldChg>
      <pc:sldChg chg="modSp add mod">
        <pc:chgData name="Wanho Wong" userId="76ac22dec529db09" providerId="LiveId" clId="{6BE8FF4A-4A23-4C19-81A9-38B6A3375950}" dt="2026-09-26T16:14:16.861" v="69382" actId="20577"/>
        <pc:sldMkLst>
          <pc:docMk/>
          <pc:sldMk cId="813162568" sldId="322"/>
        </pc:sldMkLst>
        <pc:spChg chg="mod">
          <ac:chgData name="Wanho Wong" userId="76ac22dec529db09" providerId="LiveId" clId="{6BE8FF4A-4A23-4C19-81A9-38B6A3375950}" dt="2026-09-26T11:41:42.991" v="32130" actId="255"/>
          <ac:spMkLst>
            <pc:docMk/>
            <pc:sldMk cId="813162568" sldId="322"/>
            <ac:spMk id="2" creationId="{13DC4EBE-EA6C-D3E6-ED46-DD2277E5ADFF}"/>
          </ac:spMkLst>
        </pc:spChg>
        <pc:spChg chg="mod">
          <ac:chgData name="Wanho Wong" userId="76ac22dec529db09" providerId="LiveId" clId="{6BE8FF4A-4A23-4C19-81A9-38B6A3375950}" dt="2026-09-26T16:14:16.861" v="69382" actId="20577"/>
          <ac:spMkLst>
            <pc:docMk/>
            <pc:sldMk cId="813162568" sldId="322"/>
            <ac:spMk id="3" creationId="{8197816C-194A-62D0-27FC-6E84CA3734CD}"/>
          </ac:spMkLst>
        </pc:spChg>
      </pc:sldChg>
      <pc:sldChg chg="modSp new mod">
        <pc:chgData name="Wanho Wong" userId="76ac22dec529db09" providerId="LiveId" clId="{6BE8FF4A-4A23-4C19-81A9-38B6A3375950}" dt="2026-10-08T18:43:31.344" v="93257"/>
        <pc:sldMkLst>
          <pc:docMk/>
          <pc:sldMk cId="3252760757" sldId="323"/>
        </pc:sldMkLst>
        <pc:spChg chg="mod">
          <ac:chgData name="Wanho Wong" userId="76ac22dec529db09" providerId="LiveId" clId="{6BE8FF4A-4A23-4C19-81A9-38B6A3375950}" dt="2026-09-26T12:01:11.242" v="36021" actId="255"/>
          <ac:spMkLst>
            <pc:docMk/>
            <pc:sldMk cId="3252760757" sldId="323"/>
            <ac:spMk id="2" creationId="{F187AE95-5E6F-C6B8-D524-3223357A4931}"/>
          </ac:spMkLst>
        </pc:spChg>
        <pc:spChg chg="mod">
          <ac:chgData name="Wanho Wong" userId="76ac22dec529db09" providerId="LiveId" clId="{6BE8FF4A-4A23-4C19-81A9-38B6A3375950}" dt="2026-10-08T18:43:31.344" v="93257"/>
          <ac:spMkLst>
            <pc:docMk/>
            <pc:sldMk cId="3252760757" sldId="323"/>
            <ac:spMk id="3" creationId="{5C9DFF59-A3BC-0613-5E58-D5622FFF43A1}"/>
          </ac:spMkLst>
        </pc:spChg>
      </pc:sldChg>
      <pc:sldChg chg="modSp new mod">
        <pc:chgData name="Wanho Wong" userId="76ac22dec529db09" providerId="LiveId" clId="{6BE8FF4A-4A23-4C19-81A9-38B6A3375950}" dt="2026-09-26T14:32:06.774" v="60631"/>
        <pc:sldMkLst>
          <pc:docMk/>
          <pc:sldMk cId="3472415783" sldId="324"/>
        </pc:sldMkLst>
        <pc:spChg chg="mod">
          <ac:chgData name="Wanho Wong" userId="76ac22dec529db09" providerId="LiveId" clId="{6BE8FF4A-4A23-4C19-81A9-38B6A3375950}" dt="2026-09-26T14:25:27.449" v="59894" actId="255"/>
          <ac:spMkLst>
            <pc:docMk/>
            <pc:sldMk cId="3472415783" sldId="324"/>
            <ac:spMk id="2" creationId="{E911F778-B21F-904D-4955-CA769FAB79DC}"/>
          </ac:spMkLst>
        </pc:spChg>
        <pc:spChg chg="mod">
          <ac:chgData name="Wanho Wong" userId="76ac22dec529db09" providerId="LiveId" clId="{6BE8FF4A-4A23-4C19-81A9-38B6A3375950}" dt="2026-09-26T14:32:06.774" v="60631"/>
          <ac:spMkLst>
            <pc:docMk/>
            <pc:sldMk cId="3472415783" sldId="324"/>
            <ac:spMk id="3" creationId="{90F69AAD-17BC-78A5-DCE3-0A3662786E7C}"/>
          </ac:spMkLst>
        </pc:spChg>
      </pc:sldChg>
      <pc:sldChg chg="modSp new mod">
        <pc:chgData name="Wanho Wong" userId="76ac22dec529db09" providerId="LiveId" clId="{6BE8FF4A-4A23-4C19-81A9-38B6A3375950}" dt="2026-10-08T19:10:05.287" v="93362"/>
        <pc:sldMkLst>
          <pc:docMk/>
          <pc:sldMk cId="3218827954" sldId="325"/>
        </pc:sldMkLst>
        <pc:spChg chg="mod">
          <ac:chgData name="Wanho Wong" userId="76ac22dec529db09" providerId="LiveId" clId="{6BE8FF4A-4A23-4C19-81A9-38B6A3375950}" dt="2026-09-26T14:09:19.265" v="57096" actId="255"/>
          <ac:spMkLst>
            <pc:docMk/>
            <pc:sldMk cId="3218827954" sldId="325"/>
            <ac:spMk id="2" creationId="{A6D834A0-9251-3175-B7CD-36FCBDB95081}"/>
          </ac:spMkLst>
        </pc:spChg>
        <pc:spChg chg="mod">
          <ac:chgData name="Wanho Wong" userId="76ac22dec529db09" providerId="LiveId" clId="{6BE8FF4A-4A23-4C19-81A9-38B6A3375950}" dt="2026-10-08T19:10:05.287" v="93362"/>
          <ac:spMkLst>
            <pc:docMk/>
            <pc:sldMk cId="3218827954" sldId="325"/>
            <ac:spMk id="3" creationId="{A19A717F-0CFC-1F88-C544-986194A3ACA0}"/>
          </ac:spMkLst>
        </pc:spChg>
      </pc:sldChg>
      <pc:sldChg chg="addSp delSp modSp new mod">
        <pc:chgData name="Wanho Wong" userId="76ac22dec529db09" providerId="LiveId" clId="{6BE8FF4A-4A23-4C19-81A9-38B6A3375950}" dt="2026-09-25T19:29:31.931" v="18637" actId="22"/>
        <pc:sldMkLst>
          <pc:docMk/>
          <pc:sldMk cId="365399741" sldId="326"/>
        </pc:sldMkLst>
        <pc:spChg chg="mod">
          <ac:chgData name="Wanho Wong" userId="76ac22dec529db09" providerId="LiveId" clId="{6BE8FF4A-4A23-4C19-81A9-38B6A3375950}" dt="2026-09-25T19:22:13.671" v="17718" actId="255"/>
          <ac:spMkLst>
            <pc:docMk/>
            <pc:sldMk cId="365399741" sldId="326"/>
            <ac:spMk id="2" creationId="{ADF49891-5A0E-3FD4-7466-A87888D6AD3C}"/>
          </ac:spMkLst>
        </pc:spChg>
        <pc:spChg chg="mod">
          <ac:chgData name="Wanho Wong" userId="76ac22dec529db09" providerId="LiveId" clId="{6BE8FF4A-4A23-4C19-81A9-38B6A3375950}" dt="2026-09-25T19:28:32.073" v="18635"/>
          <ac:spMkLst>
            <pc:docMk/>
            <pc:sldMk cId="365399741" sldId="326"/>
            <ac:spMk id="3" creationId="{46A2A636-48CD-11EF-409A-758EB7886CDC}"/>
          </ac:spMkLst>
        </pc:spChg>
      </pc:sldChg>
      <pc:sldChg chg="modSp new mod">
        <pc:chgData name="Wanho Wong" userId="76ac22dec529db09" providerId="LiveId" clId="{6BE8FF4A-4A23-4C19-81A9-38B6A3375950}" dt="2026-10-08T19:24:53.346" v="93374"/>
        <pc:sldMkLst>
          <pc:docMk/>
          <pc:sldMk cId="2240423236" sldId="327"/>
        </pc:sldMkLst>
        <pc:spChg chg="mod">
          <ac:chgData name="Wanho Wong" userId="76ac22dec529db09" providerId="LiveId" clId="{6BE8FF4A-4A23-4C19-81A9-38B6A3375950}" dt="2026-09-25T19:30:03.192" v="18648" actId="255"/>
          <ac:spMkLst>
            <pc:docMk/>
            <pc:sldMk cId="2240423236" sldId="327"/>
            <ac:spMk id="2" creationId="{4297B348-7434-FDE5-B61A-589BA85DE548}"/>
          </ac:spMkLst>
        </pc:spChg>
        <pc:spChg chg="mod">
          <ac:chgData name="Wanho Wong" userId="76ac22dec529db09" providerId="LiveId" clId="{6BE8FF4A-4A23-4C19-81A9-38B6A3375950}" dt="2026-10-08T19:24:53.346" v="93374"/>
          <ac:spMkLst>
            <pc:docMk/>
            <pc:sldMk cId="2240423236" sldId="327"/>
            <ac:spMk id="3" creationId="{253FDF5D-7DBC-CCE9-23DB-ACF86C8C44FE}"/>
          </ac:spMkLst>
        </pc:spChg>
      </pc:sldChg>
      <pc:sldChg chg="modSp new mod">
        <pc:chgData name="Wanho Wong" userId="76ac22dec529db09" providerId="LiveId" clId="{6BE8FF4A-4A23-4C19-81A9-38B6A3375950}" dt="2026-09-26T14:41:47.057" v="61944" actId="20577"/>
        <pc:sldMkLst>
          <pc:docMk/>
          <pc:sldMk cId="746074163" sldId="328"/>
        </pc:sldMkLst>
        <pc:spChg chg="mod">
          <ac:chgData name="Wanho Wong" userId="76ac22dec529db09" providerId="LiveId" clId="{6BE8FF4A-4A23-4C19-81A9-38B6A3375950}" dt="2026-09-26T14:32:40.123" v="60632" actId="255"/>
          <ac:spMkLst>
            <pc:docMk/>
            <pc:sldMk cId="746074163" sldId="328"/>
            <ac:spMk id="2" creationId="{21651532-DCBD-9F29-995A-C15D89BE03D7}"/>
          </ac:spMkLst>
        </pc:spChg>
        <pc:spChg chg="mod">
          <ac:chgData name="Wanho Wong" userId="76ac22dec529db09" providerId="LiveId" clId="{6BE8FF4A-4A23-4C19-81A9-38B6A3375950}" dt="2026-09-26T14:41:47.057" v="61944" actId="20577"/>
          <ac:spMkLst>
            <pc:docMk/>
            <pc:sldMk cId="746074163" sldId="328"/>
            <ac:spMk id="3" creationId="{31CA56B7-2E5E-2F84-6649-32BD9F2F1564}"/>
          </ac:spMkLst>
        </pc:spChg>
      </pc:sldChg>
      <pc:sldChg chg="modSp new mod">
        <pc:chgData name="Wanho Wong" userId="76ac22dec529db09" providerId="LiveId" clId="{6BE8FF4A-4A23-4C19-81A9-38B6A3375950}" dt="2026-09-26T14:58:54.923" v="63545"/>
        <pc:sldMkLst>
          <pc:docMk/>
          <pc:sldMk cId="3194840116" sldId="329"/>
        </pc:sldMkLst>
        <pc:spChg chg="mod">
          <ac:chgData name="Wanho Wong" userId="76ac22dec529db09" providerId="LiveId" clId="{6BE8FF4A-4A23-4C19-81A9-38B6A3375950}" dt="2026-09-26T12:56:49.838" v="45341" actId="255"/>
          <ac:spMkLst>
            <pc:docMk/>
            <pc:sldMk cId="3194840116" sldId="329"/>
            <ac:spMk id="2" creationId="{DE9CF872-E81C-50DE-28E1-CA7A460A501E}"/>
          </ac:spMkLst>
        </pc:spChg>
        <pc:spChg chg="mod">
          <ac:chgData name="Wanho Wong" userId="76ac22dec529db09" providerId="LiveId" clId="{6BE8FF4A-4A23-4C19-81A9-38B6A3375950}" dt="2026-09-26T14:58:54.923" v="63545"/>
          <ac:spMkLst>
            <pc:docMk/>
            <pc:sldMk cId="3194840116" sldId="329"/>
            <ac:spMk id="3" creationId="{2C5E14A7-007A-B19E-D259-BE5AB7EC80DA}"/>
          </ac:spMkLst>
        </pc:spChg>
      </pc:sldChg>
      <pc:sldChg chg="modSp new mod">
        <pc:chgData name="Wanho Wong" userId="76ac22dec529db09" providerId="LiveId" clId="{6BE8FF4A-4A23-4C19-81A9-38B6A3375950}" dt="2026-09-26T14:46:17.484" v="62781"/>
        <pc:sldMkLst>
          <pc:docMk/>
          <pc:sldMk cId="1311961572" sldId="330"/>
        </pc:sldMkLst>
        <pc:spChg chg="mod">
          <ac:chgData name="Wanho Wong" userId="76ac22dec529db09" providerId="LiveId" clId="{6BE8FF4A-4A23-4C19-81A9-38B6A3375950}" dt="2026-09-26T14:42:07.760" v="61955" actId="255"/>
          <ac:spMkLst>
            <pc:docMk/>
            <pc:sldMk cId="1311961572" sldId="330"/>
            <ac:spMk id="2" creationId="{C57E1ECA-C5BC-BC48-AE3B-906EAC8AB4C5}"/>
          </ac:spMkLst>
        </pc:spChg>
        <pc:spChg chg="mod">
          <ac:chgData name="Wanho Wong" userId="76ac22dec529db09" providerId="LiveId" clId="{6BE8FF4A-4A23-4C19-81A9-38B6A3375950}" dt="2026-09-26T14:46:17.484" v="62781"/>
          <ac:spMkLst>
            <pc:docMk/>
            <pc:sldMk cId="1311961572" sldId="330"/>
            <ac:spMk id="3" creationId="{2F6A8E63-6D7D-DE12-FE1D-C456A60AF5E0}"/>
          </ac:spMkLst>
        </pc:spChg>
      </pc:sldChg>
      <pc:sldChg chg="modSp add mod">
        <pc:chgData name="Wanho Wong" userId="76ac22dec529db09" providerId="LiveId" clId="{6BE8FF4A-4A23-4C19-81A9-38B6A3375950}" dt="2026-10-08T19:19:58.251" v="93371"/>
        <pc:sldMkLst>
          <pc:docMk/>
          <pc:sldMk cId="931065499" sldId="332"/>
        </pc:sldMkLst>
        <pc:spChg chg="mod">
          <ac:chgData name="Wanho Wong" userId="76ac22dec529db09" providerId="LiveId" clId="{6BE8FF4A-4A23-4C19-81A9-38B6A3375950}" dt="2026-09-26T14:51:23.837" v="62804"/>
          <ac:spMkLst>
            <pc:docMk/>
            <pc:sldMk cId="931065499" sldId="332"/>
            <ac:spMk id="2" creationId="{318752F3-7506-42C7-871C-D685234FD20C}"/>
          </ac:spMkLst>
        </pc:spChg>
        <pc:spChg chg="mod">
          <ac:chgData name="Wanho Wong" userId="76ac22dec529db09" providerId="LiveId" clId="{6BE8FF4A-4A23-4C19-81A9-38B6A3375950}" dt="2026-10-08T19:19:58.251" v="93371"/>
          <ac:spMkLst>
            <pc:docMk/>
            <pc:sldMk cId="931065499" sldId="332"/>
            <ac:spMk id="3" creationId="{A5FEB8D0-8AB1-8FCF-AEEF-B5AB26FBB989}"/>
          </ac:spMkLst>
        </pc:spChg>
      </pc:sldChg>
      <pc:sldChg chg="modSp add mod">
        <pc:chgData name="Wanho Wong" userId="76ac22dec529db09" providerId="LiveId" clId="{6BE8FF4A-4A23-4C19-81A9-38B6A3375950}" dt="2026-09-26T15:06:49.764" v="63661"/>
        <pc:sldMkLst>
          <pc:docMk/>
          <pc:sldMk cId="4175834011" sldId="333"/>
        </pc:sldMkLst>
        <pc:spChg chg="mod">
          <ac:chgData name="Wanho Wong" userId="76ac22dec529db09" providerId="LiveId" clId="{6BE8FF4A-4A23-4C19-81A9-38B6A3375950}" dt="2026-09-26T14:57:20.335" v="63307"/>
          <ac:spMkLst>
            <pc:docMk/>
            <pc:sldMk cId="4175834011" sldId="333"/>
            <ac:spMk id="2" creationId="{DB2FCD33-BCE5-AA86-AEF2-C3B21C277194}"/>
          </ac:spMkLst>
        </pc:spChg>
        <pc:spChg chg="mod">
          <ac:chgData name="Wanho Wong" userId="76ac22dec529db09" providerId="LiveId" clId="{6BE8FF4A-4A23-4C19-81A9-38B6A3375950}" dt="2026-09-26T15:06:49.764" v="63661"/>
          <ac:spMkLst>
            <pc:docMk/>
            <pc:sldMk cId="4175834011" sldId="333"/>
            <ac:spMk id="3" creationId="{52BA7F13-A2DA-8AE2-C71C-9B9835D5FE43}"/>
          </ac:spMkLst>
        </pc:spChg>
      </pc:sldChg>
      <pc:sldChg chg="modSp new mod">
        <pc:chgData name="Wanho Wong" userId="76ac22dec529db09" providerId="LiveId" clId="{6BE8FF4A-4A23-4C19-81A9-38B6A3375950}" dt="2026-09-26T15:37:06.851" v="67707"/>
        <pc:sldMkLst>
          <pc:docMk/>
          <pc:sldMk cId="246769804" sldId="334"/>
        </pc:sldMkLst>
        <pc:spChg chg="mod">
          <ac:chgData name="Wanho Wong" userId="76ac22dec529db09" providerId="LiveId" clId="{6BE8FF4A-4A23-4C19-81A9-38B6A3375950}" dt="2026-09-26T15:16:04.232" v="64334"/>
          <ac:spMkLst>
            <pc:docMk/>
            <pc:sldMk cId="246769804" sldId="334"/>
            <ac:spMk id="2" creationId="{6102C15C-EDF1-EC42-6C5B-41C6EB3520F5}"/>
          </ac:spMkLst>
        </pc:spChg>
        <pc:spChg chg="mod">
          <ac:chgData name="Wanho Wong" userId="76ac22dec529db09" providerId="LiveId" clId="{6BE8FF4A-4A23-4C19-81A9-38B6A3375950}" dt="2026-09-26T15:37:06.851" v="67707"/>
          <ac:spMkLst>
            <pc:docMk/>
            <pc:sldMk cId="246769804" sldId="334"/>
            <ac:spMk id="3" creationId="{EED5F8A5-2E61-CCD5-9455-7E58AD383BE3}"/>
          </ac:spMkLst>
        </pc:spChg>
      </pc:sldChg>
      <pc:sldChg chg="addSp modSp new mod">
        <pc:chgData name="Wanho Wong" userId="76ac22dec529db09" providerId="LiveId" clId="{6BE8FF4A-4A23-4C19-81A9-38B6A3375950}" dt="2026-09-26T15:43:17.679" v="67911"/>
        <pc:sldMkLst>
          <pc:docMk/>
          <pc:sldMk cId="2092959107" sldId="335"/>
        </pc:sldMkLst>
        <pc:spChg chg="mod">
          <ac:chgData name="Wanho Wong" userId="76ac22dec529db09" providerId="LiveId" clId="{6BE8FF4A-4A23-4C19-81A9-38B6A3375950}" dt="2026-09-26T15:25:26.777" v="65707"/>
          <ac:spMkLst>
            <pc:docMk/>
            <pc:sldMk cId="2092959107" sldId="335"/>
            <ac:spMk id="2" creationId="{4D53F643-0E55-0D79-9B23-6DD537524508}"/>
          </ac:spMkLst>
        </pc:spChg>
        <pc:spChg chg="mod">
          <ac:chgData name="Wanho Wong" userId="76ac22dec529db09" providerId="LiveId" clId="{6BE8FF4A-4A23-4C19-81A9-38B6A3375950}" dt="2026-09-26T15:43:17.679" v="67911"/>
          <ac:spMkLst>
            <pc:docMk/>
            <pc:sldMk cId="2092959107" sldId="335"/>
            <ac:spMk id="3" creationId="{B42D5CEB-05EC-33AD-4A4B-86BC4DE307CC}"/>
          </ac:spMkLst>
        </pc:spChg>
      </pc:sldChg>
      <pc:sldChg chg="addSp modSp new add del mod">
        <pc:chgData name="Wanho Wong" userId="76ac22dec529db09" providerId="LiveId" clId="{6BE8FF4A-4A23-4C19-81A9-38B6A3375950}" dt="2026-09-28T23:03:41.318" v="85040" actId="47"/>
        <pc:sldMkLst>
          <pc:docMk/>
          <pc:sldMk cId="3589337516" sldId="336"/>
        </pc:sldMkLst>
        <pc:spChg chg="mod">
          <ac:chgData name="Wanho Wong" userId="76ac22dec529db09" providerId="LiveId" clId="{6BE8FF4A-4A23-4C19-81A9-38B6A3375950}" dt="2026-09-26T15:18:13.422" v="64559"/>
          <ac:spMkLst>
            <pc:docMk/>
            <pc:sldMk cId="3589337516" sldId="336"/>
            <ac:spMk id="2" creationId="{497E3F33-581B-81CB-D460-8AA3C8BD9793}"/>
          </ac:spMkLst>
        </pc:spChg>
        <pc:spChg chg="mod">
          <ac:chgData name="Wanho Wong" userId="76ac22dec529db09" providerId="LiveId" clId="{6BE8FF4A-4A23-4C19-81A9-38B6A3375950}" dt="2026-09-26T15:43:50.862" v="67947"/>
          <ac:spMkLst>
            <pc:docMk/>
            <pc:sldMk cId="3589337516" sldId="336"/>
            <ac:spMk id="3" creationId="{70DBE37E-DFB5-D486-A17D-A22D7A43F8B3}"/>
          </ac:spMkLst>
        </pc:spChg>
        <pc:picChg chg="add mod">
          <ac:chgData name="Wanho Wong" userId="76ac22dec529db09" providerId="LiveId" clId="{6BE8FF4A-4A23-4C19-81A9-38B6A3375950}" dt="2026-09-28T23:02:39.598" v="85027" actId="1076"/>
          <ac:picMkLst>
            <pc:docMk/>
            <pc:sldMk cId="3589337516" sldId="336"/>
            <ac:picMk id="5" creationId="{11E8EB69-AF4A-41B8-65F1-A00CD15A4994}"/>
          </ac:picMkLst>
        </pc:picChg>
      </pc:sldChg>
      <pc:sldChg chg="addSp modSp new mod">
        <pc:chgData name="Wanho Wong" userId="76ac22dec529db09" providerId="LiveId" clId="{6BE8FF4A-4A23-4C19-81A9-38B6A3375950}" dt="2026-09-28T23:02:35.534" v="85026" actId="1076"/>
        <pc:sldMkLst>
          <pc:docMk/>
          <pc:sldMk cId="32925503" sldId="337"/>
        </pc:sldMkLst>
        <pc:spChg chg="mod">
          <ac:chgData name="Wanho Wong" userId="76ac22dec529db09" providerId="LiveId" clId="{6BE8FF4A-4A23-4C19-81A9-38B6A3375950}" dt="2026-09-26T15:18:11.106" v="64556"/>
          <ac:spMkLst>
            <pc:docMk/>
            <pc:sldMk cId="32925503" sldId="337"/>
            <ac:spMk id="2" creationId="{985347D2-BA01-1EDF-4812-CF99412ED459}"/>
          </ac:spMkLst>
        </pc:spChg>
        <pc:spChg chg="mod">
          <ac:chgData name="Wanho Wong" userId="76ac22dec529db09" providerId="LiveId" clId="{6BE8FF4A-4A23-4C19-81A9-38B6A3375950}" dt="2026-09-26T15:43:26.629" v="67918"/>
          <ac:spMkLst>
            <pc:docMk/>
            <pc:sldMk cId="32925503" sldId="337"/>
            <ac:spMk id="3" creationId="{6EE6EED1-A3BD-D3BA-970A-AB196D403AB6}"/>
          </ac:spMkLst>
        </pc:spChg>
        <pc:picChg chg="add mod">
          <ac:chgData name="Wanho Wong" userId="76ac22dec529db09" providerId="LiveId" clId="{6BE8FF4A-4A23-4C19-81A9-38B6A3375950}" dt="2026-09-28T23:02:35.534" v="85026" actId="1076"/>
          <ac:picMkLst>
            <pc:docMk/>
            <pc:sldMk cId="32925503" sldId="337"/>
            <ac:picMk id="5" creationId="{5A9BEE5E-5F11-0D59-B287-634F883B0980}"/>
          </ac:picMkLst>
        </pc:picChg>
      </pc:sldChg>
      <pc:sldChg chg="addSp modSp new mod">
        <pc:chgData name="Wanho Wong" userId="76ac22dec529db09" providerId="LiveId" clId="{6BE8FF4A-4A23-4C19-81A9-38B6A3375950}" dt="2026-09-28T23:02:42.689" v="85028" actId="1076"/>
        <pc:sldMkLst>
          <pc:docMk/>
          <pc:sldMk cId="451210043" sldId="338"/>
        </pc:sldMkLst>
        <pc:spChg chg="mod">
          <ac:chgData name="Wanho Wong" userId="76ac22dec529db09" providerId="LiveId" clId="{6BE8FF4A-4A23-4C19-81A9-38B6A3375950}" dt="2026-09-26T15:36:34.331" v="67594"/>
          <ac:spMkLst>
            <pc:docMk/>
            <pc:sldMk cId="451210043" sldId="338"/>
            <ac:spMk id="2" creationId="{09824363-B5F0-1C76-314A-83A5FF4E8BEE}"/>
          </ac:spMkLst>
        </pc:spChg>
        <pc:spChg chg="mod">
          <ac:chgData name="Wanho Wong" userId="76ac22dec529db09" providerId="LiveId" clId="{6BE8FF4A-4A23-4C19-81A9-38B6A3375950}" dt="2026-09-26T15:45:01.144" v="68039"/>
          <ac:spMkLst>
            <pc:docMk/>
            <pc:sldMk cId="451210043" sldId="338"/>
            <ac:spMk id="3" creationId="{3BFE317F-CDA6-DE84-E1D4-3D7E5399A86B}"/>
          </ac:spMkLst>
        </pc:spChg>
        <pc:picChg chg="add mod">
          <ac:chgData name="Wanho Wong" userId="76ac22dec529db09" providerId="LiveId" clId="{6BE8FF4A-4A23-4C19-81A9-38B6A3375950}" dt="2026-09-28T23:02:42.689" v="85028" actId="1076"/>
          <ac:picMkLst>
            <pc:docMk/>
            <pc:sldMk cId="451210043" sldId="338"/>
            <ac:picMk id="5" creationId="{910E8FAF-FFA3-5346-02AF-FD0542C7793B}"/>
          </ac:picMkLst>
        </pc:picChg>
      </pc:sldChg>
      <pc:sldChg chg="addSp modSp new mod">
        <pc:chgData name="Wanho Wong" userId="76ac22dec529db09" providerId="LiveId" clId="{6BE8FF4A-4A23-4C19-81A9-38B6A3375950}" dt="2026-09-28T23:02:46.205" v="85029" actId="1076"/>
        <pc:sldMkLst>
          <pc:docMk/>
          <pc:sldMk cId="1189997023" sldId="339"/>
        </pc:sldMkLst>
        <pc:spChg chg="mod">
          <ac:chgData name="Wanho Wong" userId="76ac22dec529db09" providerId="LiveId" clId="{6BE8FF4A-4A23-4C19-81A9-38B6A3375950}" dt="2026-09-26T15:18:03.316" v="64536"/>
          <ac:spMkLst>
            <pc:docMk/>
            <pc:sldMk cId="1189997023" sldId="339"/>
            <ac:spMk id="2" creationId="{D6DA4523-7641-A29D-1CBB-B3CB514B790C}"/>
          </ac:spMkLst>
        </pc:spChg>
        <pc:spChg chg="mod">
          <ac:chgData name="Wanho Wong" userId="76ac22dec529db09" providerId="LiveId" clId="{6BE8FF4A-4A23-4C19-81A9-38B6A3375950}" dt="2026-09-26T15:35:55.388" v="67525"/>
          <ac:spMkLst>
            <pc:docMk/>
            <pc:sldMk cId="1189997023" sldId="339"/>
            <ac:spMk id="3" creationId="{27EC52D4-16CB-4490-C40B-9D88D1173607}"/>
          </ac:spMkLst>
        </pc:spChg>
        <pc:picChg chg="add mod">
          <ac:chgData name="Wanho Wong" userId="76ac22dec529db09" providerId="LiveId" clId="{6BE8FF4A-4A23-4C19-81A9-38B6A3375950}" dt="2026-09-28T23:02:46.205" v="85029" actId="1076"/>
          <ac:picMkLst>
            <pc:docMk/>
            <pc:sldMk cId="1189997023" sldId="339"/>
            <ac:picMk id="5" creationId="{C5C65FB1-F77B-C978-8B74-9645CCF2A852}"/>
          </ac:picMkLst>
        </pc:picChg>
      </pc:sldChg>
      <pc:sldChg chg="addSp modSp new mod">
        <pc:chgData name="Wanho Wong" userId="76ac22dec529db09" providerId="LiveId" clId="{6BE8FF4A-4A23-4C19-81A9-38B6A3375950}" dt="2026-09-28T23:03:29.489" v="85034" actId="1076"/>
        <pc:sldMkLst>
          <pc:docMk/>
          <pc:sldMk cId="3110420131" sldId="340"/>
        </pc:sldMkLst>
        <pc:spChg chg="mod">
          <ac:chgData name="Wanho Wong" userId="76ac22dec529db09" providerId="LiveId" clId="{6BE8FF4A-4A23-4C19-81A9-38B6A3375950}" dt="2026-09-26T15:18:07.497" v="64553"/>
          <ac:spMkLst>
            <pc:docMk/>
            <pc:sldMk cId="3110420131" sldId="340"/>
            <ac:spMk id="2" creationId="{7F24C7B4-F263-E5BC-39AB-C61152AEBF65}"/>
          </ac:spMkLst>
        </pc:spChg>
        <pc:spChg chg="mod">
          <ac:chgData name="Wanho Wong" userId="76ac22dec529db09" providerId="LiveId" clId="{6BE8FF4A-4A23-4C19-81A9-38B6A3375950}" dt="2026-09-26T15:44:30.835" v="68002"/>
          <ac:spMkLst>
            <pc:docMk/>
            <pc:sldMk cId="3110420131" sldId="340"/>
            <ac:spMk id="3" creationId="{9B4785FA-1349-7381-B55A-B175412F9B17}"/>
          </ac:spMkLst>
        </pc:spChg>
        <pc:picChg chg="add mod">
          <ac:chgData name="Wanho Wong" userId="76ac22dec529db09" providerId="LiveId" clId="{6BE8FF4A-4A23-4C19-81A9-38B6A3375950}" dt="2026-09-28T23:03:29.489" v="85034" actId="1076"/>
          <ac:picMkLst>
            <pc:docMk/>
            <pc:sldMk cId="3110420131" sldId="340"/>
            <ac:picMk id="5" creationId="{5050FEE2-D3DC-C503-97CF-10958429AACF}"/>
          </ac:picMkLst>
        </pc:picChg>
      </pc:sldChg>
      <pc:sldChg chg="modSp new mod">
        <pc:chgData name="Wanho Wong" userId="76ac22dec529db09" providerId="LiveId" clId="{6BE8FF4A-4A23-4C19-81A9-38B6A3375950}" dt="2026-10-01T20:13:03.214" v="86306" actId="20577"/>
        <pc:sldMkLst>
          <pc:docMk/>
          <pc:sldMk cId="3838446907" sldId="341"/>
        </pc:sldMkLst>
        <pc:spChg chg="mod">
          <ac:chgData name="Wanho Wong" userId="76ac22dec529db09" providerId="LiveId" clId="{6BE8FF4A-4A23-4C19-81A9-38B6A3375950}" dt="2026-10-01T20:13:03.214" v="86306" actId="20577"/>
          <ac:spMkLst>
            <pc:docMk/>
            <pc:sldMk cId="3838446907" sldId="341"/>
            <ac:spMk id="2" creationId="{AC351904-CF7C-917D-9D81-D38E35532952}"/>
          </ac:spMkLst>
        </pc:spChg>
        <pc:spChg chg="mod">
          <ac:chgData name="Wanho Wong" userId="76ac22dec529db09" providerId="LiveId" clId="{6BE8FF4A-4A23-4C19-81A9-38B6A3375950}" dt="2026-09-26T16:15:32.599" v="69505"/>
          <ac:spMkLst>
            <pc:docMk/>
            <pc:sldMk cId="3838446907" sldId="341"/>
            <ac:spMk id="3" creationId="{31EB0544-5097-C0AF-3442-D3256145D327}"/>
          </ac:spMkLst>
        </pc:spChg>
      </pc:sldChg>
      <pc:sldChg chg="addSp delSp modSp new mod">
        <pc:chgData name="Wanho Wong" userId="76ac22dec529db09" providerId="LiveId" clId="{6BE8FF4A-4A23-4C19-81A9-38B6A3375950}" dt="2026-09-28T23:04:50.759" v="85042"/>
        <pc:sldMkLst>
          <pc:docMk/>
          <pc:sldMk cId="2283457501" sldId="343"/>
        </pc:sldMkLst>
        <pc:spChg chg="mod">
          <ac:chgData name="Wanho Wong" userId="76ac22dec529db09" providerId="LiveId" clId="{6BE8FF4A-4A23-4C19-81A9-38B6A3375950}" dt="2026-09-26T17:42:00.331" v="69763" actId="1076"/>
          <ac:spMkLst>
            <pc:docMk/>
            <pc:sldMk cId="2283457501" sldId="343"/>
            <ac:spMk id="2" creationId="{BE973C52-80B3-3254-BB77-94FDF36F6A1A}"/>
          </ac:spMkLst>
        </pc:spChg>
        <pc:spChg chg="add mod">
          <ac:chgData name="Wanho Wong" userId="76ac22dec529db09" providerId="LiveId" clId="{6BE8FF4A-4A23-4C19-81A9-38B6A3375950}" dt="2026-09-28T23:04:50.759" v="85042"/>
          <ac:spMkLst>
            <pc:docMk/>
            <pc:sldMk cId="2283457501" sldId="343"/>
            <ac:spMk id="10" creationId="{3C18D19A-8A31-618A-91E8-F59D665CD971}"/>
          </ac:spMkLst>
        </pc:spChg>
        <pc:picChg chg="add mod ord">
          <ac:chgData name="Wanho Wong" userId="76ac22dec529db09" providerId="LiveId" clId="{6BE8FF4A-4A23-4C19-81A9-38B6A3375950}" dt="2026-09-26T17:40:35.033" v="69580" actId="1076"/>
          <ac:picMkLst>
            <pc:docMk/>
            <pc:sldMk cId="2283457501" sldId="343"/>
            <ac:picMk id="7" creationId="{CA2083D2-D052-D216-5279-D5F2C642FA2D}"/>
          </ac:picMkLst>
        </pc:picChg>
        <pc:picChg chg="add mod modCrop">
          <ac:chgData name="Wanho Wong" userId="76ac22dec529db09" providerId="LiveId" clId="{6BE8FF4A-4A23-4C19-81A9-38B6A3375950}" dt="2026-09-26T17:40:31.536" v="69579" actId="1076"/>
          <ac:picMkLst>
            <pc:docMk/>
            <pc:sldMk cId="2283457501" sldId="343"/>
            <ac:picMk id="9" creationId="{3A7DAC66-A643-28D8-E048-C39A0DB30750}"/>
          </ac:picMkLst>
        </pc:picChg>
      </pc:sldChg>
      <pc:sldChg chg="addSp delSp modSp new mod">
        <pc:chgData name="Wanho Wong" userId="76ac22dec529db09" providerId="LiveId" clId="{6BE8FF4A-4A23-4C19-81A9-38B6A3375950}" dt="2026-09-26T19:10:46.665" v="72628"/>
        <pc:sldMkLst>
          <pc:docMk/>
          <pc:sldMk cId="501660119" sldId="344"/>
        </pc:sldMkLst>
        <pc:spChg chg="mod">
          <ac:chgData name="Wanho Wong" userId="76ac22dec529db09" providerId="LiveId" clId="{6BE8FF4A-4A23-4C19-81A9-38B6A3375950}" dt="2026-09-26T18:44:34.670" v="70076"/>
          <ac:spMkLst>
            <pc:docMk/>
            <pc:sldMk cId="501660119" sldId="344"/>
            <ac:spMk id="2" creationId="{40DAA074-0C1D-E59D-558F-9041C7A0140E}"/>
          </ac:spMkLst>
        </pc:spChg>
        <pc:spChg chg="add mod">
          <ac:chgData name="Wanho Wong" userId="76ac22dec529db09" providerId="LiveId" clId="{6BE8FF4A-4A23-4C19-81A9-38B6A3375950}" dt="2026-09-26T19:10:46.665" v="72628"/>
          <ac:spMkLst>
            <pc:docMk/>
            <pc:sldMk cId="501660119" sldId="344"/>
            <ac:spMk id="8" creationId="{B709CE09-E328-BE5A-6774-6DBFC8E93595}"/>
          </ac:spMkLst>
        </pc:spChg>
        <pc:picChg chg="add mod ord">
          <ac:chgData name="Wanho Wong" userId="76ac22dec529db09" providerId="LiveId" clId="{6BE8FF4A-4A23-4C19-81A9-38B6A3375950}" dt="2026-09-26T18:51:02.948" v="70498" actId="14100"/>
          <ac:picMkLst>
            <pc:docMk/>
            <pc:sldMk cId="501660119" sldId="344"/>
            <ac:picMk id="5" creationId="{48E0E31F-B5E4-77B9-3199-E3B97A1B6477}"/>
          </ac:picMkLst>
        </pc:picChg>
        <pc:picChg chg="add mod modCrop">
          <ac:chgData name="Wanho Wong" userId="76ac22dec529db09" providerId="LiveId" clId="{6BE8FF4A-4A23-4C19-81A9-38B6A3375950}" dt="2026-09-26T18:46:36.220" v="70096" actId="1076"/>
          <ac:picMkLst>
            <pc:docMk/>
            <pc:sldMk cId="501660119" sldId="344"/>
            <ac:picMk id="7" creationId="{30D91218-C5DC-5F87-0BCA-C01966B0F8FB}"/>
          </ac:picMkLst>
        </pc:picChg>
      </pc:sldChg>
      <pc:sldChg chg="addSp delSp modSp new mod">
        <pc:chgData name="Wanho Wong" userId="76ac22dec529db09" providerId="LiveId" clId="{6BE8FF4A-4A23-4C19-81A9-38B6A3375950}" dt="2026-09-26T19:10:50.063" v="72630"/>
        <pc:sldMkLst>
          <pc:docMk/>
          <pc:sldMk cId="3736739724" sldId="345"/>
        </pc:sldMkLst>
        <pc:spChg chg="mod">
          <ac:chgData name="Wanho Wong" userId="76ac22dec529db09" providerId="LiveId" clId="{6BE8FF4A-4A23-4C19-81A9-38B6A3375950}" dt="2026-09-26T18:49:49.508" v="70481"/>
          <ac:spMkLst>
            <pc:docMk/>
            <pc:sldMk cId="3736739724" sldId="345"/>
            <ac:spMk id="2" creationId="{15590A5F-9C2E-2992-F86A-4651F439E978}"/>
          </ac:spMkLst>
        </pc:spChg>
        <pc:spChg chg="add mod">
          <ac:chgData name="Wanho Wong" userId="76ac22dec529db09" providerId="LiveId" clId="{6BE8FF4A-4A23-4C19-81A9-38B6A3375950}" dt="2026-09-26T19:10:50.063" v="72630"/>
          <ac:spMkLst>
            <pc:docMk/>
            <pc:sldMk cId="3736739724" sldId="345"/>
            <ac:spMk id="8" creationId="{7E93B854-00C1-2ECF-B2D6-CA84A95598A1}"/>
          </ac:spMkLst>
        </pc:spChg>
        <pc:picChg chg="add mod ord modCrop">
          <ac:chgData name="Wanho Wong" userId="76ac22dec529db09" providerId="LiveId" clId="{6BE8FF4A-4A23-4C19-81A9-38B6A3375950}" dt="2026-09-26T18:51:24.046" v="70502" actId="14100"/>
          <ac:picMkLst>
            <pc:docMk/>
            <pc:sldMk cId="3736739724" sldId="345"/>
            <ac:picMk id="5" creationId="{26EBE2CC-65D8-20FF-5FA5-2BA5A411511A}"/>
          </ac:picMkLst>
        </pc:picChg>
        <pc:picChg chg="add mod modCrop">
          <ac:chgData name="Wanho Wong" userId="76ac22dec529db09" providerId="LiveId" clId="{6BE8FF4A-4A23-4C19-81A9-38B6A3375950}" dt="2026-09-26T18:51:47.498" v="70508" actId="1076"/>
          <ac:picMkLst>
            <pc:docMk/>
            <pc:sldMk cId="3736739724" sldId="345"/>
            <ac:picMk id="7" creationId="{A117996D-E3B6-BA33-E316-2FBFFE8F35D1}"/>
          </ac:picMkLst>
        </pc:picChg>
      </pc:sldChg>
      <pc:sldChg chg="addSp delSp modSp new mod">
        <pc:chgData name="Wanho Wong" userId="76ac22dec529db09" providerId="LiveId" clId="{6BE8FF4A-4A23-4C19-81A9-38B6A3375950}" dt="2026-09-28T23:05:22.466" v="85048"/>
        <pc:sldMkLst>
          <pc:docMk/>
          <pc:sldMk cId="3930825496" sldId="346"/>
        </pc:sldMkLst>
        <pc:spChg chg="mod">
          <ac:chgData name="Wanho Wong" userId="76ac22dec529db09" providerId="LiveId" clId="{6BE8FF4A-4A23-4C19-81A9-38B6A3375950}" dt="2026-09-26T18:54:33.429" v="70738"/>
          <ac:spMkLst>
            <pc:docMk/>
            <pc:sldMk cId="3930825496" sldId="346"/>
            <ac:spMk id="2" creationId="{FE098574-FD72-1379-5098-B25E54D21870}"/>
          </ac:spMkLst>
        </pc:spChg>
        <pc:spChg chg="add mod">
          <ac:chgData name="Wanho Wong" userId="76ac22dec529db09" providerId="LiveId" clId="{6BE8FF4A-4A23-4C19-81A9-38B6A3375950}" dt="2026-09-28T23:05:22.466" v="85048"/>
          <ac:spMkLst>
            <pc:docMk/>
            <pc:sldMk cId="3930825496" sldId="346"/>
            <ac:spMk id="8" creationId="{D9D341FC-5A0F-FBC1-97E1-C86D28925BE2}"/>
          </ac:spMkLst>
        </pc:spChg>
        <pc:picChg chg="add mod ord modCrop">
          <ac:chgData name="Wanho Wong" userId="76ac22dec529db09" providerId="LiveId" clId="{6BE8FF4A-4A23-4C19-81A9-38B6A3375950}" dt="2026-09-26T18:55:36.701" v="70755" actId="14100"/>
          <ac:picMkLst>
            <pc:docMk/>
            <pc:sldMk cId="3930825496" sldId="346"/>
            <ac:picMk id="5" creationId="{CB49C2FD-17DF-819E-F07B-F0297874C4DD}"/>
          </ac:picMkLst>
        </pc:picChg>
        <pc:picChg chg="add mod modCrop">
          <ac:chgData name="Wanho Wong" userId="76ac22dec529db09" providerId="LiveId" clId="{6BE8FF4A-4A23-4C19-81A9-38B6A3375950}" dt="2026-09-26T18:55:46.707" v="70757" actId="1076"/>
          <ac:picMkLst>
            <pc:docMk/>
            <pc:sldMk cId="3930825496" sldId="346"/>
            <ac:picMk id="7" creationId="{04ED1691-F8D7-82E2-A316-B7AD99FF06CF}"/>
          </ac:picMkLst>
        </pc:picChg>
      </pc:sldChg>
      <pc:sldChg chg="addSp delSp modSp new mod">
        <pc:chgData name="Wanho Wong" userId="76ac22dec529db09" providerId="LiveId" clId="{6BE8FF4A-4A23-4C19-81A9-38B6A3375950}" dt="2026-09-26T19:03:38.577" v="71299"/>
        <pc:sldMkLst>
          <pc:docMk/>
          <pc:sldMk cId="1498130193" sldId="347"/>
        </pc:sldMkLst>
        <pc:spChg chg="mod">
          <ac:chgData name="Wanho Wong" userId="76ac22dec529db09" providerId="LiveId" clId="{6BE8FF4A-4A23-4C19-81A9-38B6A3375950}" dt="2026-09-26T19:03:38.577" v="71299"/>
          <ac:spMkLst>
            <pc:docMk/>
            <pc:sldMk cId="1498130193" sldId="347"/>
            <ac:spMk id="2" creationId="{9C0D6649-9599-E87D-6E11-7212BD6C50FC}"/>
          </ac:spMkLst>
        </pc:spChg>
        <pc:spChg chg="add mod">
          <ac:chgData name="Wanho Wong" userId="76ac22dec529db09" providerId="LiveId" clId="{6BE8FF4A-4A23-4C19-81A9-38B6A3375950}" dt="2026-09-26T19:01:55.608" v="71273"/>
          <ac:spMkLst>
            <pc:docMk/>
            <pc:sldMk cId="1498130193" sldId="347"/>
            <ac:spMk id="8" creationId="{DA980784-FAD5-CF89-ABF7-0C1923C92FA9}"/>
          </ac:spMkLst>
        </pc:spChg>
        <pc:picChg chg="add mod ord modCrop">
          <ac:chgData name="Wanho Wong" userId="76ac22dec529db09" providerId="LiveId" clId="{6BE8FF4A-4A23-4C19-81A9-38B6A3375950}" dt="2026-09-26T19:00:02.076" v="71100" actId="14100"/>
          <ac:picMkLst>
            <pc:docMk/>
            <pc:sldMk cId="1498130193" sldId="347"/>
            <ac:picMk id="5" creationId="{5202A398-4909-F20F-7680-76076D006096}"/>
          </ac:picMkLst>
        </pc:picChg>
        <pc:picChg chg="add mod modCrop">
          <ac:chgData name="Wanho Wong" userId="76ac22dec529db09" providerId="LiveId" clId="{6BE8FF4A-4A23-4C19-81A9-38B6A3375950}" dt="2026-09-26T19:00:48.675" v="71113" actId="14100"/>
          <ac:picMkLst>
            <pc:docMk/>
            <pc:sldMk cId="1498130193" sldId="347"/>
            <ac:picMk id="7" creationId="{140A90B8-2931-D69C-13BB-62E63F2EE919}"/>
          </ac:picMkLst>
        </pc:picChg>
      </pc:sldChg>
      <pc:sldChg chg="addSp delSp modSp new mod">
        <pc:chgData name="Wanho Wong" userId="76ac22dec529db09" providerId="LiveId" clId="{6BE8FF4A-4A23-4C19-81A9-38B6A3375950}" dt="2026-09-28T23:04:50.759" v="85042"/>
        <pc:sldMkLst>
          <pc:docMk/>
          <pc:sldMk cId="874011410" sldId="348"/>
        </pc:sldMkLst>
        <pc:spChg chg="mod">
          <ac:chgData name="Wanho Wong" userId="76ac22dec529db09" providerId="LiveId" clId="{6BE8FF4A-4A23-4C19-81A9-38B6A3375950}" dt="2026-09-26T19:03:34.058" v="71296"/>
          <ac:spMkLst>
            <pc:docMk/>
            <pc:sldMk cId="874011410" sldId="348"/>
            <ac:spMk id="2" creationId="{3088EE37-21B6-B001-77D2-1FDA409971EE}"/>
          </ac:spMkLst>
        </pc:spChg>
        <pc:spChg chg="add mod">
          <ac:chgData name="Wanho Wong" userId="76ac22dec529db09" providerId="LiveId" clId="{6BE8FF4A-4A23-4C19-81A9-38B6A3375950}" dt="2026-09-28T23:04:50.759" v="85042"/>
          <ac:spMkLst>
            <pc:docMk/>
            <pc:sldMk cId="874011410" sldId="348"/>
            <ac:spMk id="8" creationId="{2D45E453-04ED-B8C0-7EDE-7D820639B45B}"/>
          </ac:spMkLst>
        </pc:spChg>
        <pc:picChg chg="add mod ord modCrop">
          <ac:chgData name="Wanho Wong" userId="76ac22dec529db09" providerId="LiveId" clId="{6BE8FF4A-4A23-4C19-81A9-38B6A3375950}" dt="2026-09-26T19:02:46.145" v="71278" actId="1076"/>
          <ac:picMkLst>
            <pc:docMk/>
            <pc:sldMk cId="874011410" sldId="348"/>
            <ac:picMk id="5" creationId="{D27759C2-2F6D-E1FD-B8F8-89E033EBB6CF}"/>
          </ac:picMkLst>
        </pc:picChg>
        <pc:picChg chg="add mod modCrop">
          <ac:chgData name="Wanho Wong" userId="76ac22dec529db09" providerId="LiveId" clId="{6BE8FF4A-4A23-4C19-81A9-38B6A3375950}" dt="2026-09-26T19:03:18.155" v="71286" actId="1076"/>
          <ac:picMkLst>
            <pc:docMk/>
            <pc:sldMk cId="874011410" sldId="348"/>
            <ac:picMk id="7" creationId="{3A46EAF4-32D4-0D11-A4F0-5930FCF7F6B3}"/>
          </ac:picMkLst>
        </pc:picChg>
      </pc:sldChg>
      <pc:sldChg chg="addSp delSp modSp new mod">
        <pc:chgData name="Wanho Wong" userId="76ac22dec529db09" providerId="LiveId" clId="{6BE8FF4A-4A23-4C19-81A9-38B6A3375950}" dt="2026-09-26T19:27:49.534" v="74212"/>
        <pc:sldMkLst>
          <pc:docMk/>
          <pc:sldMk cId="2569462778" sldId="349"/>
        </pc:sldMkLst>
        <pc:spChg chg="mod">
          <ac:chgData name="Wanho Wong" userId="76ac22dec529db09" providerId="LiveId" clId="{6BE8FF4A-4A23-4C19-81A9-38B6A3375950}" dt="2026-09-26T19:23:14.526" v="73831" actId="313"/>
          <ac:spMkLst>
            <pc:docMk/>
            <pc:sldMk cId="2569462778" sldId="349"/>
            <ac:spMk id="2" creationId="{0561D0C6-BA17-49E0-63DB-B90D392B7C69}"/>
          </ac:spMkLst>
        </pc:spChg>
        <pc:spChg chg="add mod">
          <ac:chgData name="Wanho Wong" userId="76ac22dec529db09" providerId="LiveId" clId="{6BE8FF4A-4A23-4C19-81A9-38B6A3375950}" dt="2026-09-26T19:27:49.534" v="74212"/>
          <ac:spMkLst>
            <pc:docMk/>
            <pc:sldMk cId="2569462778" sldId="349"/>
            <ac:spMk id="8" creationId="{ED3C36ED-1DAA-A5C5-B632-33527BABEE53}"/>
          </ac:spMkLst>
        </pc:spChg>
        <pc:picChg chg="add mod ord">
          <ac:chgData name="Wanho Wong" userId="76ac22dec529db09" providerId="LiveId" clId="{6BE8FF4A-4A23-4C19-81A9-38B6A3375950}" dt="2026-09-26T19:25:56.393" v="73931" actId="1076"/>
          <ac:picMkLst>
            <pc:docMk/>
            <pc:sldMk cId="2569462778" sldId="349"/>
            <ac:picMk id="5" creationId="{05A1CD46-2E7B-EB57-6FEE-8C4548D96215}"/>
          </ac:picMkLst>
        </pc:picChg>
        <pc:picChg chg="add mod modCrop">
          <ac:chgData name="Wanho Wong" userId="76ac22dec529db09" providerId="LiveId" clId="{6BE8FF4A-4A23-4C19-81A9-38B6A3375950}" dt="2026-09-26T19:26:02.617" v="73932" actId="14100"/>
          <ac:picMkLst>
            <pc:docMk/>
            <pc:sldMk cId="2569462778" sldId="349"/>
            <ac:picMk id="7" creationId="{CBAEFBF0-434B-11BB-70C1-285E1859F8E8}"/>
          </ac:picMkLst>
        </pc:picChg>
      </pc:sldChg>
      <pc:sldChg chg="addSp delSp modSp new mod">
        <pc:chgData name="Wanho Wong" userId="76ac22dec529db09" providerId="LiveId" clId="{6BE8FF4A-4A23-4C19-81A9-38B6A3375950}" dt="2026-09-28T23:05:26.502" v="85054"/>
        <pc:sldMkLst>
          <pc:docMk/>
          <pc:sldMk cId="1275497465" sldId="350"/>
        </pc:sldMkLst>
        <pc:spChg chg="mod">
          <ac:chgData name="Wanho Wong" userId="76ac22dec529db09" providerId="LiveId" clId="{6BE8FF4A-4A23-4C19-81A9-38B6A3375950}" dt="2026-09-26T19:28:10.504" v="74216"/>
          <ac:spMkLst>
            <pc:docMk/>
            <pc:sldMk cId="1275497465" sldId="350"/>
            <ac:spMk id="2" creationId="{C564B13F-D7CE-C8BB-F8A8-7CDAFCFE3D67}"/>
          </ac:spMkLst>
        </pc:spChg>
        <pc:spChg chg="add mod">
          <ac:chgData name="Wanho Wong" userId="76ac22dec529db09" providerId="LiveId" clId="{6BE8FF4A-4A23-4C19-81A9-38B6A3375950}" dt="2026-09-28T23:05:26.502" v="85054"/>
          <ac:spMkLst>
            <pc:docMk/>
            <pc:sldMk cId="1275497465" sldId="350"/>
            <ac:spMk id="8" creationId="{865D9E38-6855-642C-5351-C1136864C94B}"/>
          </ac:spMkLst>
        </pc:spChg>
        <pc:picChg chg="add mod ord modCrop">
          <ac:chgData name="Wanho Wong" userId="76ac22dec529db09" providerId="LiveId" clId="{6BE8FF4A-4A23-4C19-81A9-38B6A3375950}" dt="2026-09-26T19:29:14.257" v="74229" actId="14100"/>
          <ac:picMkLst>
            <pc:docMk/>
            <pc:sldMk cId="1275497465" sldId="350"/>
            <ac:picMk id="5" creationId="{36D19643-B6AD-890B-FF02-C4141CD69A30}"/>
          </ac:picMkLst>
        </pc:picChg>
        <pc:picChg chg="add mod modCrop">
          <ac:chgData name="Wanho Wong" userId="76ac22dec529db09" providerId="LiveId" clId="{6BE8FF4A-4A23-4C19-81A9-38B6A3375950}" dt="2026-09-26T19:29:32.137" v="74234" actId="14100"/>
          <ac:picMkLst>
            <pc:docMk/>
            <pc:sldMk cId="1275497465" sldId="350"/>
            <ac:picMk id="7" creationId="{9DD4F308-3ACE-1628-EBEB-CCBE8020BFC2}"/>
          </ac:picMkLst>
        </pc:picChg>
      </pc:sldChg>
      <pc:sldChg chg="addSp delSp modSp new mod">
        <pc:chgData name="Wanho Wong" userId="76ac22dec529db09" providerId="LiveId" clId="{6BE8FF4A-4A23-4C19-81A9-38B6A3375950}" dt="2026-09-26T21:33:37.752" v="79212"/>
        <pc:sldMkLst>
          <pc:docMk/>
          <pc:sldMk cId="2671982358" sldId="351"/>
        </pc:sldMkLst>
        <pc:spChg chg="mod">
          <ac:chgData name="Wanho Wong" userId="76ac22dec529db09" providerId="LiveId" clId="{6BE8FF4A-4A23-4C19-81A9-38B6A3375950}" dt="2026-09-26T19:33:58.317" v="74755"/>
          <ac:spMkLst>
            <pc:docMk/>
            <pc:sldMk cId="2671982358" sldId="351"/>
            <ac:spMk id="2" creationId="{746E53B2-D9A0-4FEC-6F4D-127AE12B57CC}"/>
          </ac:spMkLst>
        </pc:spChg>
        <pc:spChg chg="add mod">
          <ac:chgData name="Wanho Wong" userId="76ac22dec529db09" providerId="LiveId" clId="{6BE8FF4A-4A23-4C19-81A9-38B6A3375950}" dt="2026-09-26T21:33:37.752" v="79212"/>
          <ac:spMkLst>
            <pc:docMk/>
            <pc:sldMk cId="2671982358" sldId="351"/>
            <ac:spMk id="8" creationId="{17233E13-D393-3A59-BC77-541308C65BEF}"/>
          </ac:spMkLst>
        </pc:spChg>
        <pc:picChg chg="add mod ord modCrop">
          <ac:chgData name="Wanho Wong" userId="76ac22dec529db09" providerId="LiveId" clId="{6BE8FF4A-4A23-4C19-81A9-38B6A3375950}" dt="2026-09-26T19:35:10.276" v="74769" actId="1076"/>
          <ac:picMkLst>
            <pc:docMk/>
            <pc:sldMk cId="2671982358" sldId="351"/>
            <ac:picMk id="5" creationId="{0969D614-3B07-5CB4-FD0E-CCE9D177FACD}"/>
          </ac:picMkLst>
        </pc:picChg>
        <pc:picChg chg="add mod modCrop">
          <ac:chgData name="Wanho Wong" userId="76ac22dec529db09" providerId="LiveId" clId="{6BE8FF4A-4A23-4C19-81A9-38B6A3375950}" dt="2026-09-26T19:35:02.342" v="74766" actId="14100"/>
          <ac:picMkLst>
            <pc:docMk/>
            <pc:sldMk cId="2671982358" sldId="351"/>
            <ac:picMk id="7" creationId="{F710D423-3B3C-4312-A74C-CA179E4809D2}"/>
          </ac:picMkLst>
        </pc:picChg>
      </pc:sldChg>
      <pc:sldChg chg="addSp delSp modSp new mod">
        <pc:chgData name="Wanho Wong" userId="76ac22dec529db09" providerId="LiveId" clId="{6BE8FF4A-4A23-4C19-81A9-38B6A3375950}" dt="2026-09-26T23:41:21.548" v="85002" actId="1076"/>
        <pc:sldMkLst>
          <pc:docMk/>
          <pc:sldMk cId="3952818203" sldId="352"/>
        </pc:sldMkLst>
        <pc:spChg chg="mod">
          <ac:chgData name="Wanho Wong" userId="76ac22dec529db09" providerId="LiveId" clId="{6BE8FF4A-4A23-4C19-81A9-38B6A3375950}" dt="2026-09-26T22:50:48.450" v="84045"/>
          <ac:spMkLst>
            <pc:docMk/>
            <pc:sldMk cId="3952818203" sldId="352"/>
            <ac:spMk id="2" creationId="{9031234B-488E-12E8-D9D0-C9BD0D46EEA8}"/>
          </ac:spMkLst>
        </pc:spChg>
        <pc:picChg chg="add mod">
          <ac:chgData name="Wanho Wong" userId="76ac22dec529db09" providerId="LiveId" clId="{6BE8FF4A-4A23-4C19-81A9-38B6A3375950}" dt="2026-09-26T23:41:21.548" v="85002" actId="1076"/>
          <ac:picMkLst>
            <pc:docMk/>
            <pc:sldMk cId="3952818203" sldId="352"/>
            <ac:picMk id="8" creationId="{C273E676-0C96-D631-27CF-D3D2F8DE473F}"/>
          </ac:picMkLst>
        </pc:picChg>
      </pc:sldChg>
      <pc:sldChg chg="addSp delSp modSp new mod">
        <pc:chgData name="Wanho Wong" userId="76ac22dec529db09" providerId="LiveId" clId="{6BE8FF4A-4A23-4C19-81A9-38B6A3375950}" dt="2026-09-26T19:51:12.402" v="75258" actId="1076"/>
        <pc:sldMkLst>
          <pc:docMk/>
          <pc:sldMk cId="1619153338" sldId="353"/>
        </pc:sldMkLst>
        <pc:spChg chg="mod">
          <ac:chgData name="Wanho Wong" userId="76ac22dec529db09" providerId="LiveId" clId="{6BE8FF4A-4A23-4C19-81A9-38B6A3375950}" dt="2026-09-26T19:36:52.993" v="75017"/>
          <ac:spMkLst>
            <pc:docMk/>
            <pc:sldMk cId="1619153338" sldId="353"/>
            <ac:spMk id="2" creationId="{53EA8477-E838-D0B8-5795-0236CD0AE817}"/>
          </ac:spMkLst>
        </pc:spChg>
        <pc:spChg chg="add mod">
          <ac:chgData name="Wanho Wong" userId="76ac22dec529db09" providerId="LiveId" clId="{6BE8FF4A-4A23-4C19-81A9-38B6A3375950}" dt="2026-09-26T19:51:12.402" v="75258" actId="1076"/>
          <ac:spMkLst>
            <pc:docMk/>
            <pc:sldMk cId="1619153338" sldId="353"/>
            <ac:spMk id="8" creationId="{4460C6D7-E7BF-AB54-2A14-AB9E486D54B5}"/>
          </ac:spMkLst>
        </pc:spChg>
        <pc:picChg chg="add mod ord modCrop">
          <ac:chgData name="Wanho Wong" userId="76ac22dec529db09" providerId="LiveId" clId="{6BE8FF4A-4A23-4C19-81A9-38B6A3375950}" dt="2026-09-26T19:37:56.093" v="75025" actId="1076"/>
          <ac:picMkLst>
            <pc:docMk/>
            <pc:sldMk cId="1619153338" sldId="353"/>
            <ac:picMk id="5" creationId="{CF39BF11-A3BF-89CE-7B04-61416F157982}"/>
          </ac:picMkLst>
        </pc:picChg>
        <pc:picChg chg="add mod modCrop">
          <ac:chgData name="Wanho Wong" userId="76ac22dec529db09" providerId="LiveId" clId="{6BE8FF4A-4A23-4C19-81A9-38B6A3375950}" dt="2026-09-26T19:49:25.613" v="75034" actId="14100"/>
          <ac:picMkLst>
            <pc:docMk/>
            <pc:sldMk cId="1619153338" sldId="353"/>
            <ac:picMk id="7" creationId="{BB0BB6B0-C60A-8F88-D001-08D2EAEC366D}"/>
          </ac:picMkLst>
        </pc:picChg>
      </pc:sldChg>
      <pc:sldChg chg="addSp delSp modSp new mod">
        <pc:chgData name="Wanho Wong" userId="76ac22dec529db09" providerId="LiveId" clId="{6BE8FF4A-4A23-4C19-81A9-38B6A3375950}" dt="2026-09-28T23:04:50.759" v="85042"/>
        <pc:sldMkLst>
          <pc:docMk/>
          <pc:sldMk cId="29759743" sldId="354"/>
        </pc:sldMkLst>
        <pc:spChg chg="mod">
          <ac:chgData name="Wanho Wong" userId="76ac22dec529db09" providerId="LiveId" clId="{6BE8FF4A-4A23-4C19-81A9-38B6A3375950}" dt="2026-09-26T19:52:11.130" v="75284"/>
          <ac:spMkLst>
            <pc:docMk/>
            <pc:sldMk cId="29759743" sldId="354"/>
            <ac:spMk id="2" creationId="{40806865-4B9E-9D99-B680-610EA1CC77BB}"/>
          </ac:spMkLst>
        </pc:spChg>
        <pc:spChg chg="add mod">
          <ac:chgData name="Wanho Wong" userId="76ac22dec529db09" providerId="LiveId" clId="{6BE8FF4A-4A23-4C19-81A9-38B6A3375950}" dt="2026-09-28T23:04:50.759" v="85042"/>
          <ac:spMkLst>
            <pc:docMk/>
            <pc:sldMk cId="29759743" sldId="354"/>
            <ac:spMk id="9" creationId="{8286D0EE-012C-B489-F7B2-4E01E9B43F51}"/>
          </ac:spMkLst>
        </pc:spChg>
        <pc:picChg chg="add mod ord modCrop">
          <ac:chgData name="Wanho Wong" userId="76ac22dec529db09" providerId="LiveId" clId="{6BE8FF4A-4A23-4C19-81A9-38B6A3375950}" dt="2026-09-26T19:54:41.080" v="75295" actId="1076"/>
          <ac:picMkLst>
            <pc:docMk/>
            <pc:sldMk cId="29759743" sldId="354"/>
            <ac:picMk id="5" creationId="{BD6BE8F2-AA04-6433-1697-F7830AD70AB6}"/>
          </ac:picMkLst>
        </pc:picChg>
        <pc:picChg chg="add mod modCrop">
          <ac:chgData name="Wanho Wong" userId="76ac22dec529db09" providerId="LiveId" clId="{6BE8FF4A-4A23-4C19-81A9-38B6A3375950}" dt="2026-09-26T19:54:42.637" v="75296" actId="1076"/>
          <ac:picMkLst>
            <pc:docMk/>
            <pc:sldMk cId="29759743" sldId="354"/>
            <ac:picMk id="7" creationId="{C3290ED4-A4A2-B43E-1B5E-4B8D15155615}"/>
          </ac:picMkLst>
        </pc:picChg>
      </pc:sldChg>
      <pc:sldChg chg="addSp delSp modSp new mod">
        <pc:chgData name="Wanho Wong" userId="76ac22dec529db09" providerId="LiveId" clId="{6BE8FF4A-4A23-4C19-81A9-38B6A3375950}" dt="2026-09-28T23:05:31.809" v="85060"/>
        <pc:sldMkLst>
          <pc:docMk/>
          <pc:sldMk cId="4254557777" sldId="355"/>
        </pc:sldMkLst>
        <pc:spChg chg="mod">
          <ac:chgData name="Wanho Wong" userId="76ac22dec529db09" providerId="LiveId" clId="{6BE8FF4A-4A23-4C19-81A9-38B6A3375950}" dt="2026-09-26T19:57:56.587" v="75849"/>
          <ac:spMkLst>
            <pc:docMk/>
            <pc:sldMk cId="4254557777" sldId="355"/>
            <ac:spMk id="2" creationId="{D1A007B2-DE7F-D8CC-27C3-5F8999F62442}"/>
          </ac:spMkLst>
        </pc:spChg>
        <pc:spChg chg="add mod">
          <ac:chgData name="Wanho Wong" userId="76ac22dec529db09" providerId="LiveId" clId="{6BE8FF4A-4A23-4C19-81A9-38B6A3375950}" dt="2026-09-28T23:05:31.809" v="85060"/>
          <ac:spMkLst>
            <pc:docMk/>
            <pc:sldMk cId="4254557777" sldId="355"/>
            <ac:spMk id="8" creationId="{4069E4B3-86CA-7380-3E05-8EC6C795B116}"/>
          </ac:spMkLst>
        </pc:spChg>
        <pc:picChg chg="add mod ord modCrop">
          <ac:chgData name="Wanho Wong" userId="76ac22dec529db09" providerId="LiveId" clId="{6BE8FF4A-4A23-4C19-81A9-38B6A3375950}" dt="2026-09-26T19:58:44.038" v="75859" actId="1076"/>
          <ac:picMkLst>
            <pc:docMk/>
            <pc:sldMk cId="4254557777" sldId="355"/>
            <ac:picMk id="5" creationId="{7622DB2A-C628-9B75-0B2B-DBFDE937E73C}"/>
          </ac:picMkLst>
        </pc:picChg>
        <pc:picChg chg="add mod modCrop">
          <ac:chgData name="Wanho Wong" userId="76ac22dec529db09" providerId="LiveId" clId="{6BE8FF4A-4A23-4C19-81A9-38B6A3375950}" dt="2026-09-26T19:59:32.637" v="75870" actId="14100"/>
          <ac:picMkLst>
            <pc:docMk/>
            <pc:sldMk cId="4254557777" sldId="355"/>
            <ac:picMk id="7" creationId="{AED31F1F-756A-6B5F-ABDE-B18878B9393A}"/>
          </ac:picMkLst>
        </pc:picChg>
      </pc:sldChg>
      <pc:sldChg chg="addSp modSp new mod">
        <pc:chgData name="Wanho Wong" userId="76ac22dec529db09" providerId="LiveId" clId="{6BE8FF4A-4A23-4C19-81A9-38B6A3375950}" dt="2026-09-26T22:54:44.436" v="84073" actId="1076"/>
        <pc:sldMkLst>
          <pc:docMk/>
          <pc:sldMk cId="2588951525" sldId="356"/>
        </pc:sldMkLst>
        <pc:spChg chg="mod">
          <ac:chgData name="Wanho Wong" userId="76ac22dec529db09" providerId="LiveId" clId="{6BE8FF4A-4A23-4C19-81A9-38B6A3375950}" dt="2026-09-26T22:54:02.836" v="84064"/>
          <ac:spMkLst>
            <pc:docMk/>
            <pc:sldMk cId="2588951525" sldId="356"/>
            <ac:spMk id="2" creationId="{AF8738F6-3BF2-A63C-A1CB-03B5C4DC08D1}"/>
          </ac:spMkLst>
        </pc:spChg>
        <pc:picChg chg="add mod modCrop">
          <ac:chgData name="Wanho Wong" userId="76ac22dec529db09" providerId="LiveId" clId="{6BE8FF4A-4A23-4C19-81A9-38B6A3375950}" dt="2026-09-26T22:54:44.436" v="84073" actId="1076"/>
          <ac:picMkLst>
            <pc:docMk/>
            <pc:sldMk cId="2588951525" sldId="356"/>
            <ac:picMk id="4" creationId="{F2CD6E41-CA30-48E6-BCB6-B7BD91A7CA2C}"/>
          </ac:picMkLst>
        </pc:picChg>
      </pc:sldChg>
      <pc:sldChg chg="addSp delSp modSp new mod">
        <pc:chgData name="Wanho Wong" userId="76ac22dec529db09" providerId="LiveId" clId="{6BE8FF4A-4A23-4C19-81A9-38B6A3375950}" dt="2026-09-26T20:10:02.222" v="77160" actId="313"/>
        <pc:sldMkLst>
          <pc:docMk/>
          <pc:sldMk cId="1526244798" sldId="357"/>
        </pc:sldMkLst>
        <pc:spChg chg="mod">
          <ac:chgData name="Wanho Wong" userId="76ac22dec529db09" providerId="LiveId" clId="{6BE8FF4A-4A23-4C19-81A9-38B6A3375950}" dt="2026-09-26T20:03:10.401" v="76323"/>
          <ac:spMkLst>
            <pc:docMk/>
            <pc:sldMk cId="1526244798" sldId="357"/>
            <ac:spMk id="2" creationId="{2B4D6280-F150-788F-3B55-4D9483DB37B7}"/>
          </ac:spMkLst>
        </pc:spChg>
        <pc:spChg chg="add mod">
          <ac:chgData name="Wanho Wong" userId="76ac22dec529db09" providerId="LiveId" clId="{6BE8FF4A-4A23-4C19-81A9-38B6A3375950}" dt="2026-09-26T20:10:02.222" v="77160" actId="313"/>
          <ac:spMkLst>
            <pc:docMk/>
            <pc:sldMk cId="1526244798" sldId="357"/>
            <ac:spMk id="6" creationId="{20A3CABB-20DB-5B07-82FD-A408493F2279}"/>
          </ac:spMkLst>
        </pc:spChg>
        <pc:picChg chg="add mod ord modCrop">
          <ac:chgData name="Wanho Wong" userId="76ac22dec529db09" providerId="LiveId" clId="{6BE8FF4A-4A23-4C19-81A9-38B6A3375950}" dt="2026-09-26T20:04:22.052" v="76373" actId="14100"/>
          <ac:picMkLst>
            <pc:docMk/>
            <pc:sldMk cId="1526244798" sldId="357"/>
            <ac:picMk id="5" creationId="{1E560AC2-9AD1-C377-7858-74AF96B63106}"/>
          </ac:picMkLst>
        </pc:picChg>
        <pc:picChg chg="add mod modCrop">
          <ac:chgData name="Wanho Wong" userId="76ac22dec529db09" providerId="LiveId" clId="{6BE8FF4A-4A23-4C19-81A9-38B6A3375950}" dt="2026-09-26T20:04:25.255" v="76374" actId="1076"/>
          <ac:picMkLst>
            <pc:docMk/>
            <pc:sldMk cId="1526244798" sldId="357"/>
            <ac:picMk id="8" creationId="{E4197575-ECA9-EEF5-1CFC-D2D10E2049EB}"/>
          </ac:picMkLst>
        </pc:picChg>
      </pc:sldChg>
      <pc:sldChg chg="addSp delSp modSp new mod">
        <pc:chgData name="Wanho Wong" userId="76ac22dec529db09" providerId="LiveId" clId="{6BE8FF4A-4A23-4C19-81A9-38B6A3375950}" dt="2026-09-28T23:04:50.759" v="85042"/>
        <pc:sldMkLst>
          <pc:docMk/>
          <pc:sldMk cId="2844928932" sldId="358"/>
        </pc:sldMkLst>
        <pc:spChg chg="mod">
          <ac:chgData name="Wanho Wong" userId="76ac22dec529db09" providerId="LiveId" clId="{6BE8FF4A-4A23-4C19-81A9-38B6A3375950}" dt="2026-09-26T20:51:19.542" v="77164"/>
          <ac:spMkLst>
            <pc:docMk/>
            <pc:sldMk cId="2844928932" sldId="358"/>
            <ac:spMk id="2" creationId="{E236E411-8A4C-B4E4-C0FC-AC61BDB50512}"/>
          </ac:spMkLst>
        </pc:spChg>
        <pc:spChg chg="add mod">
          <ac:chgData name="Wanho Wong" userId="76ac22dec529db09" providerId="LiveId" clId="{6BE8FF4A-4A23-4C19-81A9-38B6A3375950}" dt="2026-09-28T23:04:50.759" v="85042"/>
          <ac:spMkLst>
            <pc:docMk/>
            <pc:sldMk cId="2844928932" sldId="358"/>
            <ac:spMk id="8" creationId="{ADA4DDAD-9F2B-5C50-CF4B-3EEBC931A157}"/>
          </ac:spMkLst>
        </pc:spChg>
        <pc:picChg chg="add mod ord modCrop">
          <ac:chgData name="Wanho Wong" userId="76ac22dec529db09" providerId="LiveId" clId="{6BE8FF4A-4A23-4C19-81A9-38B6A3375950}" dt="2026-09-26T20:56:26.216" v="77183" actId="1076"/>
          <ac:picMkLst>
            <pc:docMk/>
            <pc:sldMk cId="2844928932" sldId="358"/>
            <ac:picMk id="5" creationId="{158E3D34-A419-68B3-C8F4-31C052D17EA5}"/>
          </ac:picMkLst>
        </pc:picChg>
        <pc:picChg chg="add mod modCrop">
          <ac:chgData name="Wanho Wong" userId="76ac22dec529db09" providerId="LiveId" clId="{6BE8FF4A-4A23-4C19-81A9-38B6A3375950}" dt="2026-09-26T20:56:28.875" v="77184" actId="1076"/>
          <ac:picMkLst>
            <pc:docMk/>
            <pc:sldMk cId="2844928932" sldId="358"/>
            <ac:picMk id="7" creationId="{5383D902-208F-4026-558C-C71ACD435D42}"/>
          </ac:picMkLst>
        </pc:picChg>
      </pc:sldChg>
      <pc:sldChg chg="addSp delSp modSp new mod">
        <pc:chgData name="Wanho Wong" userId="76ac22dec529db09" providerId="LiveId" clId="{6BE8FF4A-4A23-4C19-81A9-38B6A3375950}" dt="2026-09-26T21:04:43.115" v="77734" actId="1076"/>
        <pc:sldMkLst>
          <pc:docMk/>
          <pc:sldMk cId="670885115" sldId="359"/>
        </pc:sldMkLst>
        <pc:spChg chg="mod">
          <ac:chgData name="Wanho Wong" userId="76ac22dec529db09" providerId="LiveId" clId="{6BE8FF4A-4A23-4C19-81A9-38B6A3375950}" dt="2026-09-26T21:04:43.115" v="77734" actId="1076"/>
          <ac:spMkLst>
            <pc:docMk/>
            <pc:sldMk cId="670885115" sldId="359"/>
            <ac:spMk id="2" creationId="{4FFB4237-A898-FF17-C99F-93E1279E0E38}"/>
          </ac:spMkLst>
        </pc:spChg>
        <pc:spChg chg="add mod">
          <ac:chgData name="Wanho Wong" userId="76ac22dec529db09" providerId="LiveId" clId="{6BE8FF4A-4A23-4C19-81A9-38B6A3375950}" dt="2026-09-26T21:04:39.189" v="77733" actId="1076"/>
          <ac:spMkLst>
            <pc:docMk/>
            <pc:sldMk cId="670885115" sldId="359"/>
            <ac:spMk id="9" creationId="{9A5A07E8-5FB3-1781-75E6-92E4CA14EAB8}"/>
          </ac:spMkLst>
        </pc:spChg>
        <pc:picChg chg="add mod ord modCrop">
          <ac:chgData name="Wanho Wong" userId="76ac22dec529db09" providerId="LiveId" clId="{6BE8FF4A-4A23-4C19-81A9-38B6A3375950}" dt="2026-09-26T21:03:30.448" v="77610" actId="1076"/>
          <ac:picMkLst>
            <pc:docMk/>
            <pc:sldMk cId="670885115" sldId="359"/>
            <ac:picMk id="5" creationId="{D75E0B9D-75C3-8778-F034-34C34E3C6590}"/>
          </ac:picMkLst>
        </pc:picChg>
        <pc:picChg chg="add mod modCrop">
          <ac:chgData name="Wanho Wong" userId="76ac22dec529db09" providerId="LiveId" clId="{6BE8FF4A-4A23-4C19-81A9-38B6A3375950}" dt="2026-09-26T21:03:27.800" v="77609" actId="14100"/>
          <ac:picMkLst>
            <pc:docMk/>
            <pc:sldMk cId="670885115" sldId="359"/>
            <ac:picMk id="7" creationId="{A4004B36-23B7-4350-68BC-4D46FFAE14D4}"/>
          </ac:picMkLst>
        </pc:picChg>
      </pc:sldChg>
      <pc:sldChg chg="addSp delSp modSp new mod">
        <pc:chgData name="Wanho Wong" userId="76ac22dec529db09" providerId="LiveId" clId="{6BE8FF4A-4A23-4C19-81A9-38B6A3375950}" dt="2026-09-28T23:05:47.342" v="85069" actId="1076"/>
        <pc:sldMkLst>
          <pc:docMk/>
          <pc:sldMk cId="3598799310" sldId="360"/>
        </pc:sldMkLst>
        <pc:spChg chg="mod">
          <ac:chgData name="Wanho Wong" userId="76ac22dec529db09" providerId="LiveId" clId="{6BE8FF4A-4A23-4C19-81A9-38B6A3375950}" dt="2026-09-26T21:05:08.783" v="77738"/>
          <ac:spMkLst>
            <pc:docMk/>
            <pc:sldMk cId="3598799310" sldId="360"/>
            <ac:spMk id="2" creationId="{C2AA2B8E-C616-3C05-C765-06BBEAB63829}"/>
          </ac:spMkLst>
        </pc:spChg>
        <pc:spChg chg="add mod">
          <ac:chgData name="Wanho Wong" userId="76ac22dec529db09" providerId="LiveId" clId="{6BE8FF4A-4A23-4C19-81A9-38B6A3375950}" dt="2026-09-28T23:05:47.342" v="85069" actId="1076"/>
          <ac:spMkLst>
            <pc:docMk/>
            <pc:sldMk cId="3598799310" sldId="360"/>
            <ac:spMk id="8" creationId="{B7258FC1-EB74-A7A5-EC7C-FE1744F7E23B}"/>
          </ac:spMkLst>
        </pc:spChg>
        <pc:picChg chg="add mod ord modCrop">
          <ac:chgData name="Wanho Wong" userId="76ac22dec529db09" providerId="LiveId" clId="{6BE8FF4A-4A23-4C19-81A9-38B6A3375950}" dt="2026-09-26T21:08:22.185" v="77756" actId="14100"/>
          <ac:picMkLst>
            <pc:docMk/>
            <pc:sldMk cId="3598799310" sldId="360"/>
            <ac:picMk id="5" creationId="{6F1E0D69-5078-0515-98E8-720C011881E1}"/>
          </ac:picMkLst>
        </pc:picChg>
        <pc:picChg chg="add mod modCrop">
          <ac:chgData name="Wanho Wong" userId="76ac22dec529db09" providerId="LiveId" clId="{6BE8FF4A-4A23-4C19-81A9-38B6A3375950}" dt="2026-09-26T21:08:34.168" v="77759" actId="14100"/>
          <ac:picMkLst>
            <pc:docMk/>
            <pc:sldMk cId="3598799310" sldId="360"/>
            <ac:picMk id="7" creationId="{1663C686-A155-1AE1-4491-5E71DE892B69}"/>
          </ac:picMkLst>
        </pc:picChg>
      </pc:sldChg>
      <pc:sldChg chg="addSp delSp modSp new mod">
        <pc:chgData name="Wanho Wong" userId="76ac22dec529db09" providerId="LiveId" clId="{6BE8FF4A-4A23-4C19-81A9-38B6A3375950}" dt="2026-09-26T21:17:47.347" v="78877" actId="1076"/>
        <pc:sldMkLst>
          <pc:docMk/>
          <pc:sldMk cId="1629359819" sldId="361"/>
        </pc:sldMkLst>
        <pc:spChg chg="mod">
          <ac:chgData name="Wanho Wong" userId="76ac22dec529db09" providerId="LiveId" clId="{6BE8FF4A-4A23-4C19-81A9-38B6A3375950}" dt="2026-09-26T21:15:15.275" v="78591"/>
          <ac:spMkLst>
            <pc:docMk/>
            <pc:sldMk cId="1629359819" sldId="361"/>
            <ac:spMk id="2" creationId="{CB00F490-6AA8-8559-E540-6B2DC4730492}"/>
          </ac:spMkLst>
        </pc:spChg>
        <pc:spChg chg="add mod">
          <ac:chgData name="Wanho Wong" userId="76ac22dec529db09" providerId="LiveId" clId="{6BE8FF4A-4A23-4C19-81A9-38B6A3375950}" dt="2026-09-26T21:17:47.347" v="78877" actId="1076"/>
          <ac:spMkLst>
            <pc:docMk/>
            <pc:sldMk cId="1629359819" sldId="361"/>
            <ac:spMk id="8" creationId="{76CC130B-ABC7-A6EB-6D28-081853477E33}"/>
          </ac:spMkLst>
        </pc:spChg>
        <pc:picChg chg="add mod ord modCrop">
          <ac:chgData name="Wanho Wong" userId="76ac22dec529db09" providerId="LiveId" clId="{6BE8FF4A-4A23-4C19-81A9-38B6A3375950}" dt="2026-09-26T21:16:14.481" v="78604" actId="14100"/>
          <ac:picMkLst>
            <pc:docMk/>
            <pc:sldMk cId="1629359819" sldId="361"/>
            <ac:picMk id="5" creationId="{AFC793E6-35C1-919E-20F7-053EAB4B63D9}"/>
          </ac:picMkLst>
        </pc:picChg>
        <pc:picChg chg="add mod modCrop">
          <ac:chgData name="Wanho Wong" userId="76ac22dec529db09" providerId="LiveId" clId="{6BE8FF4A-4A23-4C19-81A9-38B6A3375950}" dt="2026-09-26T21:16:07.877" v="78602" actId="14100"/>
          <ac:picMkLst>
            <pc:docMk/>
            <pc:sldMk cId="1629359819" sldId="361"/>
            <ac:picMk id="7" creationId="{88B7B4CB-571A-14D6-9F6E-81825EE92A5D}"/>
          </ac:picMkLst>
        </pc:picChg>
      </pc:sldChg>
      <pc:sldChg chg="addSp delSp modSp new mod">
        <pc:chgData name="Wanho Wong" userId="76ac22dec529db09" providerId="LiveId" clId="{6BE8FF4A-4A23-4C19-81A9-38B6A3375950}" dt="2026-09-26T21:33:57.025" v="79217" actId="1076"/>
        <pc:sldMkLst>
          <pc:docMk/>
          <pc:sldMk cId="520183590" sldId="362"/>
        </pc:sldMkLst>
        <pc:spChg chg="mod">
          <ac:chgData name="Wanho Wong" userId="76ac22dec529db09" providerId="LiveId" clId="{6BE8FF4A-4A23-4C19-81A9-38B6A3375950}" dt="2026-09-26T21:31:31.185" v="78884"/>
          <ac:spMkLst>
            <pc:docMk/>
            <pc:sldMk cId="520183590" sldId="362"/>
            <ac:spMk id="2" creationId="{11A9F685-EC7D-0378-3C89-94B8C3C3A4BA}"/>
          </ac:spMkLst>
        </pc:spChg>
        <pc:spChg chg="add mod">
          <ac:chgData name="Wanho Wong" userId="76ac22dec529db09" providerId="LiveId" clId="{6BE8FF4A-4A23-4C19-81A9-38B6A3375950}" dt="2026-09-26T21:33:57.025" v="79217" actId="1076"/>
          <ac:spMkLst>
            <pc:docMk/>
            <pc:sldMk cId="520183590" sldId="362"/>
            <ac:spMk id="8" creationId="{F3ED2B12-9664-C92F-30D4-EE62DC039207}"/>
          </ac:spMkLst>
        </pc:spChg>
        <pc:picChg chg="add mod ord modCrop">
          <ac:chgData name="Wanho Wong" userId="76ac22dec529db09" providerId="LiveId" clId="{6BE8FF4A-4A23-4C19-81A9-38B6A3375950}" dt="2026-09-26T21:32:29.959" v="78904" actId="1076"/>
          <ac:picMkLst>
            <pc:docMk/>
            <pc:sldMk cId="520183590" sldId="362"/>
            <ac:picMk id="5" creationId="{EBD5E577-582F-A733-1628-FE916339BC78}"/>
          </ac:picMkLst>
        </pc:picChg>
        <pc:picChg chg="add mod modCrop">
          <ac:chgData name="Wanho Wong" userId="76ac22dec529db09" providerId="LiveId" clId="{6BE8FF4A-4A23-4C19-81A9-38B6A3375950}" dt="2026-09-26T21:32:34.487" v="78906" actId="14100"/>
          <ac:picMkLst>
            <pc:docMk/>
            <pc:sldMk cId="520183590" sldId="362"/>
            <ac:picMk id="7" creationId="{AF06C0CE-58D8-543D-7C67-1660AE3BCE51}"/>
          </ac:picMkLst>
        </pc:picChg>
      </pc:sldChg>
      <pc:sldChg chg="addSp delSp modSp new mod">
        <pc:chgData name="Wanho Wong" userId="76ac22dec529db09" providerId="LiveId" clId="{6BE8FF4A-4A23-4C19-81A9-38B6A3375950}" dt="2026-09-26T21:36:29.965" v="79333" actId="1076"/>
        <pc:sldMkLst>
          <pc:docMk/>
          <pc:sldMk cId="2258507399" sldId="363"/>
        </pc:sldMkLst>
        <pc:spChg chg="mod">
          <ac:chgData name="Wanho Wong" userId="76ac22dec529db09" providerId="LiveId" clId="{6BE8FF4A-4A23-4C19-81A9-38B6A3375950}" dt="2026-09-26T21:34:10.415" v="79224"/>
          <ac:spMkLst>
            <pc:docMk/>
            <pc:sldMk cId="2258507399" sldId="363"/>
            <ac:spMk id="2" creationId="{1DA3EA0D-787A-FE40-ECDC-B4570AEFC6FF}"/>
          </ac:spMkLst>
        </pc:spChg>
        <pc:spChg chg="add mod">
          <ac:chgData name="Wanho Wong" userId="76ac22dec529db09" providerId="LiveId" clId="{6BE8FF4A-4A23-4C19-81A9-38B6A3375950}" dt="2026-09-26T21:36:29.965" v="79333" actId="1076"/>
          <ac:spMkLst>
            <pc:docMk/>
            <pc:sldMk cId="2258507399" sldId="363"/>
            <ac:spMk id="9" creationId="{09239E58-E11E-27E6-96C6-417E135E0CB3}"/>
          </ac:spMkLst>
        </pc:spChg>
        <pc:picChg chg="add mod ord modCrop">
          <ac:chgData name="Wanho Wong" userId="76ac22dec529db09" providerId="LiveId" clId="{6BE8FF4A-4A23-4C19-81A9-38B6A3375950}" dt="2026-09-26T21:35:05.786" v="79229" actId="1076"/>
          <ac:picMkLst>
            <pc:docMk/>
            <pc:sldMk cId="2258507399" sldId="363"/>
            <ac:picMk id="5" creationId="{F8208C70-B2B6-80AF-8F3A-7BADE1A7489B}"/>
          </ac:picMkLst>
        </pc:picChg>
        <pc:picChg chg="add mod modCrop">
          <ac:chgData name="Wanho Wong" userId="76ac22dec529db09" providerId="LiveId" clId="{6BE8FF4A-4A23-4C19-81A9-38B6A3375950}" dt="2026-09-26T21:35:33.989" v="79238" actId="1076"/>
          <ac:picMkLst>
            <pc:docMk/>
            <pc:sldMk cId="2258507399" sldId="363"/>
            <ac:picMk id="7" creationId="{EDDDDE85-F497-EFAF-608B-31F7C687566C}"/>
          </ac:picMkLst>
        </pc:picChg>
      </pc:sldChg>
      <pc:sldChg chg="addSp delSp modSp new mod">
        <pc:chgData name="Wanho Wong" userId="76ac22dec529db09" providerId="LiveId" clId="{6BE8FF4A-4A23-4C19-81A9-38B6A3375950}" dt="2026-09-28T23:05:51.706" v="85075"/>
        <pc:sldMkLst>
          <pc:docMk/>
          <pc:sldMk cId="409304581" sldId="364"/>
        </pc:sldMkLst>
        <pc:spChg chg="mod">
          <ac:chgData name="Wanho Wong" userId="76ac22dec529db09" providerId="LiveId" clId="{6BE8FF4A-4A23-4C19-81A9-38B6A3375950}" dt="2026-09-26T21:36:52.094" v="79337"/>
          <ac:spMkLst>
            <pc:docMk/>
            <pc:sldMk cId="409304581" sldId="364"/>
            <ac:spMk id="2" creationId="{E21ECFD0-7F5F-E512-CCB4-0C794868A381}"/>
          </ac:spMkLst>
        </pc:spChg>
        <pc:spChg chg="add mod">
          <ac:chgData name="Wanho Wong" userId="76ac22dec529db09" providerId="LiveId" clId="{6BE8FF4A-4A23-4C19-81A9-38B6A3375950}" dt="2026-09-28T23:05:51.706" v="85075"/>
          <ac:spMkLst>
            <pc:docMk/>
            <pc:sldMk cId="409304581" sldId="364"/>
            <ac:spMk id="8" creationId="{62502A88-4FC2-90D1-20E6-093C5B80A6BF}"/>
          </ac:spMkLst>
        </pc:spChg>
        <pc:picChg chg="add mod ord modCrop">
          <ac:chgData name="Wanho Wong" userId="76ac22dec529db09" providerId="LiveId" clId="{6BE8FF4A-4A23-4C19-81A9-38B6A3375950}" dt="2026-09-26T21:38:05.904" v="79354" actId="1076"/>
          <ac:picMkLst>
            <pc:docMk/>
            <pc:sldMk cId="409304581" sldId="364"/>
            <ac:picMk id="5" creationId="{3138BD32-6BDD-48D1-D841-0EE3D23552CF}"/>
          </ac:picMkLst>
        </pc:picChg>
        <pc:picChg chg="add mod modCrop">
          <ac:chgData name="Wanho Wong" userId="76ac22dec529db09" providerId="LiveId" clId="{6BE8FF4A-4A23-4C19-81A9-38B6A3375950}" dt="2026-09-26T21:38:31.787" v="79359" actId="14100"/>
          <ac:picMkLst>
            <pc:docMk/>
            <pc:sldMk cId="409304581" sldId="364"/>
            <ac:picMk id="7" creationId="{88599E3F-9CCD-AD35-FC60-5636D467B627}"/>
          </ac:picMkLst>
        </pc:picChg>
      </pc:sldChg>
      <pc:sldChg chg="addSp delSp modSp new mod">
        <pc:chgData name="Wanho Wong" userId="76ac22dec529db09" providerId="LiveId" clId="{6BE8FF4A-4A23-4C19-81A9-38B6A3375950}" dt="2026-09-28T23:04:50.759" v="85042"/>
        <pc:sldMkLst>
          <pc:docMk/>
          <pc:sldMk cId="807359010" sldId="365"/>
        </pc:sldMkLst>
        <pc:spChg chg="mod">
          <ac:chgData name="Wanho Wong" userId="76ac22dec529db09" providerId="LiveId" clId="{6BE8FF4A-4A23-4C19-81A9-38B6A3375950}" dt="2026-09-26T21:46:11.012" v="79953"/>
          <ac:spMkLst>
            <pc:docMk/>
            <pc:sldMk cId="807359010" sldId="365"/>
            <ac:spMk id="2" creationId="{73CC9DE2-3FDA-7975-3116-E44178ECAD25}"/>
          </ac:spMkLst>
        </pc:spChg>
        <pc:spChg chg="add mod">
          <ac:chgData name="Wanho Wong" userId="76ac22dec529db09" providerId="LiveId" clId="{6BE8FF4A-4A23-4C19-81A9-38B6A3375950}" dt="2026-09-28T23:04:50.759" v="85042"/>
          <ac:spMkLst>
            <pc:docMk/>
            <pc:sldMk cId="807359010" sldId="365"/>
            <ac:spMk id="8" creationId="{F349527E-D596-1E11-E3FE-03578D575058}"/>
          </ac:spMkLst>
        </pc:spChg>
        <pc:picChg chg="add mod ord modCrop">
          <ac:chgData name="Wanho Wong" userId="76ac22dec529db09" providerId="LiveId" clId="{6BE8FF4A-4A23-4C19-81A9-38B6A3375950}" dt="2026-09-26T21:47:37.551" v="79972" actId="1076"/>
          <ac:picMkLst>
            <pc:docMk/>
            <pc:sldMk cId="807359010" sldId="365"/>
            <ac:picMk id="5" creationId="{77673EAD-22ED-EC60-CAB4-4209BAB7B6A1}"/>
          </ac:picMkLst>
        </pc:picChg>
        <pc:picChg chg="add mod modCrop">
          <ac:chgData name="Wanho Wong" userId="76ac22dec529db09" providerId="LiveId" clId="{6BE8FF4A-4A23-4C19-81A9-38B6A3375950}" dt="2026-09-26T21:47:40.502" v="79973" actId="1076"/>
          <ac:picMkLst>
            <pc:docMk/>
            <pc:sldMk cId="807359010" sldId="365"/>
            <ac:picMk id="7" creationId="{CE35AA4F-54D2-DE37-D66B-44E1BD9DFA0A}"/>
          </ac:picMkLst>
        </pc:picChg>
      </pc:sldChg>
      <pc:sldChg chg="addSp delSp modSp new mod">
        <pc:chgData name="Wanho Wong" userId="76ac22dec529db09" providerId="LiveId" clId="{6BE8FF4A-4A23-4C19-81A9-38B6A3375950}" dt="2026-09-28T23:04:50.759" v="85042"/>
        <pc:sldMkLst>
          <pc:docMk/>
          <pc:sldMk cId="1330727416" sldId="366"/>
        </pc:sldMkLst>
        <pc:spChg chg="mod">
          <ac:chgData name="Wanho Wong" userId="76ac22dec529db09" providerId="LiveId" clId="{6BE8FF4A-4A23-4C19-81A9-38B6A3375950}" dt="2026-09-26T21:50:37.535" v="80624"/>
          <ac:spMkLst>
            <pc:docMk/>
            <pc:sldMk cId="1330727416" sldId="366"/>
            <ac:spMk id="2" creationId="{18F6F0AA-2E6B-449B-AFD1-69E00138E407}"/>
          </ac:spMkLst>
        </pc:spChg>
        <pc:spChg chg="add mod">
          <ac:chgData name="Wanho Wong" userId="76ac22dec529db09" providerId="LiveId" clId="{6BE8FF4A-4A23-4C19-81A9-38B6A3375950}" dt="2026-09-28T23:04:50.759" v="85042"/>
          <ac:spMkLst>
            <pc:docMk/>
            <pc:sldMk cId="1330727416" sldId="366"/>
            <ac:spMk id="9" creationId="{B47E2A87-D88F-98DA-72FA-B08CE7D3BCDF}"/>
          </ac:spMkLst>
        </pc:spChg>
        <pc:picChg chg="add mod ord modCrop">
          <ac:chgData name="Wanho Wong" userId="76ac22dec529db09" providerId="LiveId" clId="{6BE8FF4A-4A23-4C19-81A9-38B6A3375950}" dt="2026-09-26T22:02:11.319" v="80646" actId="1076"/>
          <ac:picMkLst>
            <pc:docMk/>
            <pc:sldMk cId="1330727416" sldId="366"/>
            <ac:picMk id="5" creationId="{337116B5-90EE-CC58-D1FC-55660911BFA5}"/>
          </ac:picMkLst>
        </pc:picChg>
        <pc:picChg chg="add mod modCrop">
          <ac:chgData name="Wanho Wong" userId="76ac22dec529db09" providerId="LiveId" clId="{6BE8FF4A-4A23-4C19-81A9-38B6A3375950}" dt="2026-09-26T22:02:07.048" v="80645" actId="1076"/>
          <ac:picMkLst>
            <pc:docMk/>
            <pc:sldMk cId="1330727416" sldId="366"/>
            <ac:picMk id="7" creationId="{F8909FF3-0EBE-572D-D58C-F44DFC7FA897}"/>
          </ac:picMkLst>
        </pc:picChg>
      </pc:sldChg>
      <pc:sldChg chg="addSp delSp modSp new mod">
        <pc:chgData name="Wanho Wong" userId="76ac22dec529db09" providerId="LiveId" clId="{6BE8FF4A-4A23-4C19-81A9-38B6A3375950}" dt="2026-09-26T22:09:10.295" v="81149" actId="1076"/>
        <pc:sldMkLst>
          <pc:docMk/>
          <pc:sldMk cId="1646878902" sldId="367"/>
        </pc:sldMkLst>
        <pc:spChg chg="mod">
          <ac:chgData name="Wanho Wong" userId="76ac22dec529db09" providerId="LiveId" clId="{6BE8FF4A-4A23-4C19-81A9-38B6A3375950}" dt="2026-09-26T22:07:36.809" v="81130"/>
          <ac:spMkLst>
            <pc:docMk/>
            <pc:sldMk cId="1646878902" sldId="367"/>
            <ac:spMk id="2" creationId="{00F30F28-2DCF-0C46-ECF2-66671824C04D}"/>
          </ac:spMkLst>
        </pc:spChg>
        <pc:picChg chg="add mod ord modCrop">
          <ac:chgData name="Wanho Wong" userId="76ac22dec529db09" providerId="LiveId" clId="{6BE8FF4A-4A23-4C19-81A9-38B6A3375950}" dt="2026-09-26T22:09:01.975" v="81147" actId="14100"/>
          <ac:picMkLst>
            <pc:docMk/>
            <pc:sldMk cId="1646878902" sldId="367"/>
            <ac:picMk id="5" creationId="{8865E161-C598-C45F-FD9B-9D68BC684B48}"/>
          </ac:picMkLst>
        </pc:picChg>
        <pc:picChg chg="add mod modCrop">
          <ac:chgData name="Wanho Wong" userId="76ac22dec529db09" providerId="LiveId" clId="{6BE8FF4A-4A23-4C19-81A9-38B6A3375950}" dt="2026-09-26T22:09:10.295" v="81149" actId="1076"/>
          <ac:picMkLst>
            <pc:docMk/>
            <pc:sldMk cId="1646878902" sldId="367"/>
            <ac:picMk id="7" creationId="{9D2115FC-DDF3-22B7-66F5-186EB9FC60F5}"/>
          </ac:picMkLst>
        </pc:picChg>
      </pc:sldChg>
      <pc:sldChg chg="addSp delSp modSp new mod">
        <pc:chgData name="Wanho Wong" userId="76ac22dec529db09" providerId="LiveId" clId="{6BE8FF4A-4A23-4C19-81A9-38B6A3375950}" dt="2026-09-26T23:03:20.651" v="84268" actId="1076"/>
        <pc:sldMkLst>
          <pc:docMk/>
          <pc:sldMk cId="1295001759" sldId="368"/>
        </pc:sldMkLst>
        <pc:spChg chg="mod">
          <ac:chgData name="Wanho Wong" userId="76ac22dec529db09" providerId="LiveId" clId="{6BE8FF4A-4A23-4C19-81A9-38B6A3375950}" dt="2026-09-26T23:01:17.893" v="84087"/>
          <ac:spMkLst>
            <pc:docMk/>
            <pc:sldMk cId="1295001759" sldId="368"/>
            <ac:spMk id="2" creationId="{8E9F2DC5-C873-9C84-8DA9-5E4C44B12A94}"/>
          </ac:spMkLst>
        </pc:spChg>
        <pc:spChg chg="add mod">
          <ac:chgData name="Wanho Wong" userId="76ac22dec529db09" providerId="LiveId" clId="{6BE8FF4A-4A23-4C19-81A9-38B6A3375950}" dt="2026-09-26T23:03:20.651" v="84268" actId="1076"/>
          <ac:spMkLst>
            <pc:docMk/>
            <pc:sldMk cId="1295001759" sldId="368"/>
            <ac:spMk id="6" creationId="{FFBCA2D7-0E0A-8768-240C-DEB4F376F482}"/>
          </ac:spMkLst>
        </pc:spChg>
        <pc:picChg chg="add mod modCrop">
          <ac:chgData name="Wanho Wong" userId="76ac22dec529db09" providerId="LiveId" clId="{6BE8FF4A-4A23-4C19-81A9-38B6A3375950}" dt="2026-09-26T23:01:56.775" v="84097" actId="1076"/>
          <ac:picMkLst>
            <pc:docMk/>
            <pc:sldMk cId="1295001759" sldId="368"/>
            <ac:picMk id="4" creationId="{D86CB0E6-F3C9-39FF-02AE-6AAD018D8A53}"/>
          </ac:picMkLst>
        </pc:picChg>
        <pc:picChg chg="add mod modCrop">
          <ac:chgData name="Wanho Wong" userId="76ac22dec529db09" providerId="LiveId" clId="{6BE8FF4A-4A23-4C19-81A9-38B6A3375950}" dt="2026-09-26T23:01:59.656" v="84098" actId="1076"/>
          <ac:picMkLst>
            <pc:docMk/>
            <pc:sldMk cId="1295001759" sldId="368"/>
            <ac:picMk id="5" creationId="{C1D54117-D229-0846-E0D6-835BDAB8BA25}"/>
          </ac:picMkLst>
        </pc:picChg>
      </pc:sldChg>
      <pc:sldChg chg="addSp delSp modSp new mod">
        <pc:chgData name="Wanho Wong" userId="76ac22dec529db09" providerId="LiveId" clId="{6BE8FF4A-4A23-4C19-81A9-38B6A3375950}" dt="2026-09-28T23:05:55.851" v="85081"/>
        <pc:sldMkLst>
          <pc:docMk/>
          <pc:sldMk cId="3194462395" sldId="369"/>
        </pc:sldMkLst>
        <pc:spChg chg="mod">
          <ac:chgData name="Wanho Wong" userId="76ac22dec529db09" providerId="LiveId" clId="{6BE8FF4A-4A23-4C19-81A9-38B6A3375950}" dt="2026-09-26T22:11:14.814" v="81153"/>
          <ac:spMkLst>
            <pc:docMk/>
            <pc:sldMk cId="3194462395" sldId="369"/>
            <ac:spMk id="2" creationId="{B7071C9A-74D8-15B5-86FE-500A59C4B1DB}"/>
          </ac:spMkLst>
        </pc:spChg>
        <pc:spChg chg="add mod">
          <ac:chgData name="Wanho Wong" userId="76ac22dec529db09" providerId="LiveId" clId="{6BE8FF4A-4A23-4C19-81A9-38B6A3375950}" dt="2026-09-28T23:05:55.851" v="85081"/>
          <ac:spMkLst>
            <pc:docMk/>
            <pc:sldMk cId="3194462395" sldId="369"/>
            <ac:spMk id="8" creationId="{3FCB6E1E-D663-A333-8A54-4DF59188CA11}"/>
          </ac:spMkLst>
        </pc:spChg>
        <pc:picChg chg="add mod ord modCrop">
          <ac:chgData name="Wanho Wong" userId="76ac22dec529db09" providerId="LiveId" clId="{6BE8FF4A-4A23-4C19-81A9-38B6A3375950}" dt="2026-09-26T22:12:34.980" v="81175" actId="1076"/>
          <ac:picMkLst>
            <pc:docMk/>
            <pc:sldMk cId="3194462395" sldId="369"/>
            <ac:picMk id="5" creationId="{EF5393A8-08F4-D33C-38BC-CB436A74AF82}"/>
          </ac:picMkLst>
        </pc:picChg>
        <pc:picChg chg="add mod modCrop">
          <ac:chgData name="Wanho Wong" userId="76ac22dec529db09" providerId="LiveId" clId="{6BE8FF4A-4A23-4C19-81A9-38B6A3375950}" dt="2026-09-26T22:12:38.026" v="81176" actId="1076"/>
          <ac:picMkLst>
            <pc:docMk/>
            <pc:sldMk cId="3194462395" sldId="369"/>
            <ac:picMk id="7" creationId="{6BB32399-889A-E7FC-B0FB-D8203B3703FB}"/>
          </ac:picMkLst>
        </pc:picChg>
      </pc:sldChg>
      <pc:sldChg chg="addSp modSp new mod">
        <pc:chgData name="Wanho Wong" userId="76ac22dec529db09" providerId="LiveId" clId="{6BE8FF4A-4A23-4C19-81A9-38B6A3375950}" dt="2026-09-26T23:05:58.305" v="84297" actId="732"/>
        <pc:sldMkLst>
          <pc:docMk/>
          <pc:sldMk cId="1879152597" sldId="370"/>
        </pc:sldMkLst>
        <pc:spChg chg="mod">
          <ac:chgData name="Wanho Wong" userId="76ac22dec529db09" providerId="LiveId" clId="{6BE8FF4A-4A23-4C19-81A9-38B6A3375950}" dt="2026-09-26T23:03:53.035" v="84286"/>
          <ac:spMkLst>
            <pc:docMk/>
            <pc:sldMk cId="1879152597" sldId="370"/>
            <ac:spMk id="2" creationId="{D49EE899-4C1F-DC44-4986-855C657C17C0}"/>
          </ac:spMkLst>
        </pc:spChg>
        <pc:spChg chg="mod">
          <ac:chgData name="Wanho Wong" userId="76ac22dec529db09" providerId="LiveId" clId="{6BE8FF4A-4A23-4C19-81A9-38B6A3375950}" dt="2026-09-26T23:03:56.938" v="84287" actId="14100"/>
          <ac:spMkLst>
            <pc:docMk/>
            <pc:sldMk cId="1879152597" sldId="370"/>
            <ac:spMk id="3" creationId="{E2D066BD-43A1-FA0E-CECA-6B4C2D6CDDB0}"/>
          </ac:spMkLst>
        </pc:spChg>
        <pc:picChg chg="add mod modCrop">
          <ac:chgData name="Wanho Wong" userId="76ac22dec529db09" providerId="LiveId" clId="{6BE8FF4A-4A23-4C19-81A9-38B6A3375950}" dt="2026-09-26T23:05:58.305" v="84297" actId="732"/>
          <ac:picMkLst>
            <pc:docMk/>
            <pc:sldMk cId="1879152597" sldId="370"/>
            <ac:picMk id="4" creationId="{FE114B2B-C95D-8B52-14A5-E7F3A42DB5A8}"/>
          </ac:picMkLst>
        </pc:picChg>
      </pc:sldChg>
      <pc:sldChg chg="addSp delSp modSp new mod">
        <pc:chgData name="Wanho Wong" userId="76ac22dec529db09" providerId="LiveId" clId="{6BE8FF4A-4A23-4C19-81A9-38B6A3375950}" dt="2026-09-26T23:33:16.586" v="84813"/>
        <pc:sldMkLst>
          <pc:docMk/>
          <pc:sldMk cId="2315944640" sldId="371"/>
        </pc:sldMkLst>
        <pc:spChg chg="mod">
          <ac:chgData name="Wanho Wong" userId="76ac22dec529db09" providerId="LiveId" clId="{6BE8FF4A-4A23-4C19-81A9-38B6A3375950}" dt="2026-09-26T23:18:21.418" v="84546"/>
          <ac:spMkLst>
            <pc:docMk/>
            <pc:sldMk cId="2315944640" sldId="371"/>
            <ac:spMk id="2" creationId="{8E89ADFB-7F82-84F3-FBC0-4238C6696253}"/>
          </ac:spMkLst>
        </pc:spChg>
        <pc:spChg chg="add mod">
          <ac:chgData name="Wanho Wong" userId="76ac22dec529db09" providerId="LiveId" clId="{6BE8FF4A-4A23-4C19-81A9-38B6A3375950}" dt="2026-09-26T23:33:16.586" v="84813"/>
          <ac:spMkLst>
            <pc:docMk/>
            <pc:sldMk cId="2315944640" sldId="371"/>
            <ac:spMk id="8" creationId="{64AD2103-4CE9-7B67-4113-82657ED898D2}"/>
          </ac:spMkLst>
        </pc:spChg>
        <pc:picChg chg="add mod ord modCrop">
          <ac:chgData name="Wanho Wong" userId="76ac22dec529db09" providerId="LiveId" clId="{6BE8FF4A-4A23-4C19-81A9-38B6A3375950}" dt="2026-09-26T23:31:48.625" v="84580" actId="1076"/>
          <ac:picMkLst>
            <pc:docMk/>
            <pc:sldMk cId="2315944640" sldId="371"/>
            <ac:picMk id="5" creationId="{D5BBC004-DAE4-F25B-580C-0BD06358603A}"/>
          </ac:picMkLst>
        </pc:picChg>
        <pc:picChg chg="add mod modCrop">
          <ac:chgData name="Wanho Wong" userId="76ac22dec529db09" providerId="LiveId" clId="{6BE8FF4A-4A23-4C19-81A9-38B6A3375950}" dt="2026-09-26T23:31:56.772" v="84583" actId="1076"/>
          <ac:picMkLst>
            <pc:docMk/>
            <pc:sldMk cId="2315944640" sldId="371"/>
            <ac:picMk id="7" creationId="{00E4D3D3-1021-55DD-3F59-40B2321BD86E}"/>
          </ac:picMkLst>
        </pc:picChg>
      </pc:sldChg>
      <pc:sldChg chg="addSp delSp modSp new mod">
        <pc:chgData name="Wanho Wong" userId="76ac22dec529db09" providerId="LiveId" clId="{6BE8FF4A-4A23-4C19-81A9-38B6A3375950}" dt="2026-09-26T22:19:49.175" v="82384" actId="20577"/>
        <pc:sldMkLst>
          <pc:docMk/>
          <pc:sldMk cId="2867147706" sldId="372"/>
        </pc:sldMkLst>
        <pc:spChg chg="mod">
          <ac:chgData name="Wanho Wong" userId="76ac22dec529db09" providerId="LiveId" clId="{6BE8FF4A-4A23-4C19-81A9-38B6A3375950}" dt="2026-09-26T22:15:15.807" v="81688"/>
          <ac:spMkLst>
            <pc:docMk/>
            <pc:sldMk cId="2867147706" sldId="372"/>
            <ac:spMk id="2" creationId="{E512E828-479E-0E24-9508-33C283BC8944}"/>
          </ac:spMkLst>
        </pc:spChg>
        <pc:spChg chg="add mod">
          <ac:chgData name="Wanho Wong" userId="76ac22dec529db09" providerId="LiveId" clId="{6BE8FF4A-4A23-4C19-81A9-38B6A3375950}" dt="2026-09-26T22:19:49.175" v="82384" actId="20577"/>
          <ac:spMkLst>
            <pc:docMk/>
            <pc:sldMk cId="2867147706" sldId="372"/>
            <ac:spMk id="8" creationId="{F8FE6B30-E0C6-07E8-5188-9BF260779EEB}"/>
          </ac:spMkLst>
        </pc:spChg>
        <pc:picChg chg="add mod ord modCrop">
          <ac:chgData name="Wanho Wong" userId="76ac22dec529db09" providerId="LiveId" clId="{6BE8FF4A-4A23-4C19-81A9-38B6A3375950}" dt="2026-09-26T22:16:16.052" v="81704" actId="1076"/>
          <ac:picMkLst>
            <pc:docMk/>
            <pc:sldMk cId="2867147706" sldId="372"/>
            <ac:picMk id="5" creationId="{200C5AC3-88C8-8220-6664-E282484EA963}"/>
          </ac:picMkLst>
        </pc:picChg>
        <pc:picChg chg="add mod modCrop">
          <ac:chgData name="Wanho Wong" userId="76ac22dec529db09" providerId="LiveId" clId="{6BE8FF4A-4A23-4C19-81A9-38B6A3375950}" dt="2026-09-26T22:16:23.871" v="81706" actId="14100"/>
          <ac:picMkLst>
            <pc:docMk/>
            <pc:sldMk cId="2867147706" sldId="372"/>
            <ac:picMk id="7" creationId="{1678DD68-76CF-00DC-C617-1E848966CB92}"/>
          </ac:picMkLst>
        </pc:picChg>
      </pc:sldChg>
      <pc:sldChg chg="addSp modSp add mod">
        <pc:chgData name="Wanho Wong" userId="76ac22dec529db09" providerId="LiveId" clId="{6BE8FF4A-4A23-4C19-81A9-38B6A3375950}" dt="2026-09-26T22:26:20.193" v="82682" actId="1076"/>
        <pc:sldMkLst>
          <pc:docMk/>
          <pc:sldMk cId="3701594281" sldId="374"/>
        </pc:sldMkLst>
        <pc:spChg chg="add mod">
          <ac:chgData name="Wanho Wong" userId="76ac22dec529db09" providerId="LiveId" clId="{6BE8FF4A-4A23-4C19-81A9-38B6A3375950}" dt="2026-09-26T22:26:02.961" v="82680" actId="14100"/>
          <ac:spMkLst>
            <pc:docMk/>
            <pc:sldMk cId="3701594281" sldId="374"/>
            <ac:spMk id="3" creationId="{D2328735-E9C9-5793-D6ED-35873AC02BB5}"/>
          </ac:spMkLst>
        </pc:spChg>
        <pc:picChg chg="mod">
          <ac:chgData name="Wanho Wong" userId="76ac22dec529db09" providerId="LiveId" clId="{6BE8FF4A-4A23-4C19-81A9-38B6A3375950}" dt="2026-09-26T22:26:20.193" v="82682" actId="1076"/>
          <ac:picMkLst>
            <pc:docMk/>
            <pc:sldMk cId="3701594281" sldId="374"/>
            <ac:picMk id="5" creationId="{EAEAC66D-BA2D-606D-0314-B630E5367111}"/>
          </ac:picMkLst>
        </pc:picChg>
      </pc:sldChg>
      <pc:sldChg chg="addSp delSp modSp new mod">
        <pc:chgData name="Wanho Wong" userId="76ac22dec529db09" providerId="LiveId" clId="{6BE8FF4A-4A23-4C19-81A9-38B6A3375950}" dt="2026-09-26T22:30:23.377" v="83132"/>
        <pc:sldMkLst>
          <pc:docMk/>
          <pc:sldMk cId="2814021839" sldId="375"/>
        </pc:sldMkLst>
        <pc:spChg chg="mod">
          <ac:chgData name="Wanho Wong" userId="76ac22dec529db09" providerId="LiveId" clId="{6BE8FF4A-4A23-4C19-81A9-38B6A3375950}" dt="2026-09-26T22:26:30.160" v="82686"/>
          <ac:spMkLst>
            <pc:docMk/>
            <pc:sldMk cId="2814021839" sldId="375"/>
            <ac:spMk id="2" creationId="{646F4A31-E401-7052-320E-D449D86829E5}"/>
          </ac:spMkLst>
        </pc:spChg>
        <pc:spChg chg="add mod">
          <ac:chgData name="Wanho Wong" userId="76ac22dec529db09" providerId="LiveId" clId="{6BE8FF4A-4A23-4C19-81A9-38B6A3375950}" dt="2026-09-26T22:30:23.377" v="83132"/>
          <ac:spMkLst>
            <pc:docMk/>
            <pc:sldMk cId="2814021839" sldId="375"/>
            <ac:spMk id="8" creationId="{FAEABC57-2A2E-15B3-5A76-C9487D0C310A}"/>
          </ac:spMkLst>
        </pc:spChg>
        <pc:picChg chg="add mod ord modCrop">
          <ac:chgData name="Wanho Wong" userId="76ac22dec529db09" providerId="LiveId" clId="{6BE8FF4A-4A23-4C19-81A9-38B6A3375950}" dt="2026-09-26T22:27:30.700" v="82701" actId="1076"/>
          <ac:picMkLst>
            <pc:docMk/>
            <pc:sldMk cId="2814021839" sldId="375"/>
            <ac:picMk id="5" creationId="{B17235EF-69FF-40C5-DB1F-A6A700C4817C}"/>
          </ac:picMkLst>
        </pc:picChg>
        <pc:picChg chg="add mod modCrop">
          <ac:chgData name="Wanho Wong" userId="76ac22dec529db09" providerId="LiveId" clId="{6BE8FF4A-4A23-4C19-81A9-38B6A3375950}" dt="2026-09-26T22:27:40.638" v="82704" actId="1076"/>
          <ac:picMkLst>
            <pc:docMk/>
            <pc:sldMk cId="2814021839" sldId="375"/>
            <ac:picMk id="7" creationId="{D5B27608-CBFC-56D3-C6F6-95E9754E9276}"/>
          </ac:picMkLst>
        </pc:picChg>
      </pc:sldChg>
      <pc:sldChg chg="addSp delSp modSp new mod">
        <pc:chgData name="Wanho Wong" userId="76ac22dec529db09" providerId="LiveId" clId="{6BE8FF4A-4A23-4C19-81A9-38B6A3375950}" dt="2026-09-26T22:49:35.944" v="84032" actId="14100"/>
        <pc:sldMkLst>
          <pc:docMk/>
          <pc:sldMk cId="2655031733" sldId="376"/>
        </pc:sldMkLst>
        <pc:spChg chg="mod">
          <ac:chgData name="Wanho Wong" userId="76ac22dec529db09" providerId="LiveId" clId="{6BE8FF4A-4A23-4C19-81A9-38B6A3375950}" dt="2026-09-26T22:48:47.655" v="84022"/>
          <ac:spMkLst>
            <pc:docMk/>
            <pc:sldMk cId="2655031733" sldId="376"/>
            <ac:spMk id="2" creationId="{F72F708B-B521-DEDE-0471-3C0012A8D236}"/>
          </ac:spMkLst>
        </pc:spChg>
        <pc:picChg chg="add mod modCrop">
          <ac:chgData name="Wanho Wong" userId="76ac22dec529db09" providerId="LiveId" clId="{6BE8FF4A-4A23-4C19-81A9-38B6A3375950}" dt="2026-09-26T22:49:35.944" v="84032" actId="14100"/>
          <ac:picMkLst>
            <pc:docMk/>
            <pc:sldMk cId="2655031733" sldId="376"/>
            <ac:picMk id="4" creationId="{3E0B655D-16FA-2800-1DB6-2BAA575CAE47}"/>
          </ac:picMkLst>
        </pc:picChg>
      </pc:sldChg>
      <pc:sldChg chg="addSp delSp modSp new mod">
        <pc:chgData name="Wanho Wong" userId="76ac22dec529db09" providerId="LiveId" clId="{6BE8FF4A-4A23-4C19-81A9-38B6A3375950}" dt="2026-09-26T22:37:00.187" v="83683"/>
        <pc:sldMkLst>
          <pc:docMk/>
          <pc:sldMk cId="2852180496" sldId="377"/>
        </pc:sldMkLst>
        <pc:spChg chg="mod">
          <ac:chgData name="Wanho Wong" userId="76ac22dec529db09" providerId="LiveId" clId="{6BE8FF4A-4A23-4C19-81A9-38B6A3375950}" dt="2026-09-26T22:30:43.875" v="83136"/>
          <ac:spMkLst>
            <pc:docMk/>
            <pc:sldMk cId="2852180496" sldId="377"/>
            <ac:spMk id="2" creationId="{EB71C25B-C281-C33B-A24F-05D3570044FD}"/>
          </ac:spMkLst>
        </pc:spChg>
        <pc:spChg chg="add mod">
          <ac:chgData name="Wanho Wong" userId="76ac22dec529db09" providerId="LiveId" clId="{6BE8FF4A-4A23-4C19-81A9-38B6A3375950}" dt="2026-09-26T22:37:00.187" v="83683"/>
          <ac:spMkLst>
            <pc:docMk/>
            <pc:sldMk cId="2852180496" sldId="377"/>
            <ac:spMk id="8" creationId="{CB9FB11C-F5DC-8FB6-00AC-94AB15355821}"/>
          </ac:spMkLst>
        </pc:spChg>
        <pc:picChg chg="add mod ord modCrop">
          <ac:chgData name="Wanho Wong" userId="76ac22dec529db09" providerId="LiveId" clId="{6BE8FF4A-4A23-4C19-81A9-38B6A3375950}" dt="2026-09-26T22:35:46.760" v="83463" actId="1076"/>
          <ac:picMkLst>
            <pc:docMk/>
            <pc:sldMk cId="2852180496" sldId="377"/>
            <ac:picMk id="5" creationId="{54C5DB11-F090-48AD-3E0D-689D57343FF5}"/>
          </ac:picMkLst>
        </pc:picChg>
        <pc:picChg chg="add mod modCrop">
          <ac:chgData name="Wanho Wong" userId="76ac22dec529db09" providerId="LiveId" clId="{6BE8FF4A-4A23-4C19-81A9-38B6A3375950}" dt="2026-09-26T22:35:53.085" v="83465" actId="14100"/>
          <ac:picMkLst>
            <pc:docMk/>
            <pc:sldMk cId="2852180496" sldId="377"/>
            <ac:picMk id="7" creationId="{D371C352-601F-8B9D-9027-6DB27B89C620}"/>
          </ac:picMkLst>
        </pc:picChg>
        <pc:picChg chg="add mod">
          <ac:chgData name="Wanho Wong" userId="76ac22dec529db09" providerId="LiveId" clId="{6BE8FF4A-4A23-4C19-81A9-38B6A3375950}" dt="2026-09-26T22:36:00.308" v="83468" actId="1076"/>
          <ac:picMkLst>
            <pc:docMk/>
            <pc:sldMk cId="2852180496" sldId="377"/>
            <ac:picMk id="9" creationId="{36AE55D4-8752-5BD4-7C62-A69D22A9B87E}"/>
          </ac:picMkLst>
        </pc:picChg>
      </pc:sldChg>
      <pc:sldChg chg="addSp delSp modSp new mod">
        <pc:chgData name="Wanho Wong" userId="76ac22dec529db09" providerId="LiveId" clId="{6BE8FF4A-4A23-4C19-81A9-38B6A3375950}" dt="2026-09-26T22:40:40.927" v="83994"/>
        <pc:sldMkLst>
          <pc:docMk/>
          <pc:sldMk cId="934690576" sldId="378"/>
        </pc:sldMkLst>
        <pc:spChg chg="mod">
          <ac:chgData name="Wanho Wong" userId="76ac22dec529db09" providerId="LiveId" clId="{6BE8FF4A-4A23-4C19-81A9-38B6A3375950}" dt="2026-09-26T22:37:38.766" v="83687"/>
          <ac:spMkLst>
            <pc:docMk/>
            <pc:sldMk cId="934690576" sldId="378"/>
            <ac:spMk id="2" creationId="{6C582328-30FF-A735-48AC-F9C27B6151BE}"/>
          </ac:spMkLst>
        </pc:spChg>
        <pc:spChg chg="add mod">
          <ac:chgData name="Wanho Wong" userId="76ac22dec529db09" providerId="LiveId" clId="{6BE8FF4A-4A23-4C19-81A9-38B6A3375950}" dt="2026-09-26T22:40:40.927" v="83994"/>
          <ac:spMkLst>
            <pc:docMk/>
            <pc:sldMk cId="934690576" sldId="378"/>
            <ac:spMk id="8" creationId="{590AC7F8-2E72-CC08-D5CC-328FED07ED88}"/>
          </ac:spMkLst>
        </pc:spChg>
        <pc:picChg chg="add mod ord modCrop">
          <ac:chgData name="Wanho Wong" userId="76ac22dec529db09" providerId="LiveId" clId="{6BE8FF4A-4A23-4C19-81A9-38B6A3375950}" dt="2026-09-26T22:38:48.428" v="83706" actId="1076"/>
          <ac:picMkLst>
            <pc:docMk/>
            <pc:sldMk cId="934690576" sldId="378"/>
            <ac:picMk id="5" creationId="{0BBED467-DCE7-9A34-36B9-0BB0C8D8605F}"/>
          </ac:picMkLst>
        </pc:picChg>
        <pc:picChg chg="add mod modCrop">
          <ac:chgData name="Wanho Wong" userId="76ac22dec529db09" providerId="LiveId" clId="{6BE8FF4A-4A23-4C19-81A9-38B6A3375950}" dt="2026-09-26T22:38:34.373" v="83700" actId="1076"/>
          <ac:picMkLst>
            <pc:docMk/>
            <pc:sldMk cId="934690576" sldId="378"/>
            <ac:picMk id="7" creationId="{7230303C-50B3-EE53-98E7-D9E486BC31C4}"/>
          </ac:picMkLst>
        </pc:picChg>
      </pc:sldChg>
      <pc:sldChg chg="addSp delSp modSp new mod">
        <pc:chgData name="Wanho Wong" userId="76ac22dec529db09" providerId="LiveId" clId="{6BE8FF4A-4A23-4C19-81A9-38B6A3375950}" dt="2026-09-26T22:50:20.285" v="84041" actId="1076"/>
        <pc:sldMkLst>
          <pc:docMk/>
          <pc:sldMk cId="2696376803" sldId="379"/>
        </pc:sldMkLst>
        <pc:spChg chg="mod">
          <ac:chgData name="Wanho Wong" userId="76ac22dec529db09" providerId="LiveId" clId="{6BE8FF4A-4A23-4C19-81A9-38B6A3375950}" dt="2026-09-26T22:48:21.259" v="84011"/>
          <ac:spMkLst>
            <pc:docMk/>
            <pc:sldMk cId="2696376803" sldId="379"/>
            <ac:spMk id="2" creationId="{8AFCF910-E762-F01D-7900-FF74D3471444}"/>
          </ac:spMkLst>
        </pc:spChg>
        <pc:spChg chg="add mod">
          <ac:chgData name="Wanho Wong" userId="76ac22dec529db09" providerId="LiveId" clId="{6BE8FF4A-4A23-4C19-81A9-38B6A3375950}" dt="2026-09-26T22:50:01.925" v="84033" actId="478"/>
          <ac:spMkLst>
            <pc:docMk/>
            <pc:sldMk cId="2696376803" sldId="379"/>
            <ac:spMk id="6" creationId="{5F6D2DC9-8E1C-F18E-A13C-48EE0F5C198C}"/>
          </ac:spMkLst>
        </pc:spChg>
        <pc:picChg chg="add mod modCrop">
          <ac:chgData name="Wanho Wong" userId="76ac22dec529db09" providerId="LiveId" clId="{6BE8FF4A-4A23-4C19-81A9-38B6A3375950}" dt="2026-09-26T22:50:20.285" v="84041" actId="1076"/>
          <ac:picMkLst>
            <pc:docMk/>
            <pc:sldMk cId="2696376803" sldId="379"/>
            <ac:picMk id="7" creationId="{8E71ED7D-D3DC-AF3F-8626-7D566E04EECF}"/>
          </ac:picMkLst>
        </pc:picChg>
      </pc:sldChg>
      <pc:sldChg chg="addSp delSp modSp new mod">
        <pc:chgData name="Wanho Wong" userId="76ac22dec529db09" providerId="LiveId" clId="{6BE8FF4A-4A23-4C19-81A9-38B6A3375950}" dt="2026-09-26T23:18:04.475" v="84539" actId="1076"/>
        <pc:sldMkLst>
          <pc:docMk/>
          <pc:sldMk cId="2088878222" sldId="380"/>
        </pc:sldMkLst>
        <pc:spChg chg="mod">
          <ac:chgData name="Wanho Wong" userId="76ac22dec529db09" providerId="LiveId" clId="{6BE8FF4A-4A23-4C19-81A9-38B6A3375950}" dt="2026-09-26T23:17:54.412" v="84534"/>
          <ac:spMkLst>
            <pc:docMk/>
            <pc:sldMk cId="2088878222" sldId="380"/>
            <ac:spMk id="2" creationId="{1C7CAF6B-3C0D-F192-C0EE-9FA2056D64C7}"/>
          </ac:spMkLst>
        </pc:spChg>
        <pc:picChg chg="add mod ord">
          <ac:chgData name="Wanho Wong" userId="76ac22dec529db09" providerId="LiveId" clId="{6BE8FF4A-4A23-4C19-81A9-38B6A3375950}" dt="2026-09-26T23:18:04.475" v="84539" actId="1076"/>
          <ac:picMkLst>
            <pc:docMk/>
            <pc:sldMk cId="2088878222" sldId="380"/>
            <ac:picMk id="5" creationId="{C36086ED-461F-EAE0-F6A2-E8AE1E6C1894}"/>
          </ac:picMkLst>
        </pc:picChg>
      </pc:sldChg>
      <pc:sldChg chg="addSp modSp new mod">
        <pc:chgData name="Wanho Wong" userId="76ac22dec529db09" providerId="LiveId" clId="{6BE8FF4A-4A23-4C19-81A9-38B6A3375950}" dt="2026-09-26T22:46:45.299" v="84003" actId="1076"/>
        <pc:sldMkLst>
          <pc:docMk/>
          <pc:sldMk cId="3379242292" sldId="381"/>
        </pc:sldMkLst>
        <pc:spChg chg="mod">
          <ac:chgData name="Wanho Wong" userId="76ac22dec529db09" providerId="LiveId" clId="{6BE8FF4A-4A23-4C19-81A9-38B6A3375950}" dt="2026-09-26T22:41:18.352" v="83997"/>
          <ac:spMkLst>
            <pc:docMk/>
            <pc:sldMk cId="3379242292" sldId="381"/>
            <ac:spMk id="2" creationId="{67FD8468-7818-5FC4-9316-3CDEFFFEDC60}"/>
          </ac:spMkLst>
        </pc:spChg>
        <pc:picChg chg="add mod">
          <ac:chgData name="Wanho Wong" userId="76ac22dec529db09" providerId="LiveId" clId="{6BE8FF4A-4A23-4C19-81A9-38B6A3375950}" dt="2026-09-26T22:46:45.299" v="84003" actId="1076"/>
          <ac:picMkLst>
            <pc:docMk/>
            <pc:sldMk cId="3379242292" sldId="381"/>
            <ac:picMk id="4" creationId="{B22F4FB3-0CC8-CEBB-6B39-9A4396D40040}"/>
          </ac:picMkLst>
        </pc:picChg>
      </pc:sldChg>
      <pc:sldChg chg="addSp delSp modSp new mod">
        <pc:chgData name="Wanho Wong" userId="76ac22dec529db09" providerId="LiveId" clId="{6BE8FF4A-4A23-4C19-81A9-38B6A3375950}" dt="2026-09-26T23:14:19.233" v="84530" actId="1076"/>
        <pc:sldMkLst>
          <pc:docMk/>
          <pc:sldMk cId="3297802200" sldId="382"/>
        </pc:sldMkLst>
        <pc:spChg chg="mod">
          <ac:chgData name="Wanho Wong" userId="76ac22dec529db09" providerId="LiveId" clId="{6BE8FF4A-4A23-4C19-81A9-38B6A3375950}" dt="2026-09-26T23:10:02.638" v="84306"/>
          <ac:spMkLst>
            <pc:docMk/>
            <pc:sldMk cId="3297802200" sldId="382"/>
            <ac:spMk id="2" creationId="{B8AA1EDF-0CDC-E5BE-5712-877C48658B77}"/>
          </ac:spMkLst>
        </pc:spChg>
        <pc:spChg chg="add mod">
          <ac:chgData name="Wanho Wong" userId="76ac22dec529db09" providerId="LiveId" clId="{6BE8FF4A-4A23-4C19-81A9-38B6A3375950}" dt="2026-09-26T23:14:19.233" v="84530" actId="1076"/>
          <ac:spMkLst>
            <pc:docMk/>
            <pc:sldMk cId="3297802200" sldId="382"/>
            <ac:spMk id="8" creationId="{9498CD8A-E61C-B759-A0D9-0F6442FF5291}"/>
          </ac:spMkLst>
        </pc:spChg>
        <pc:picChg chg="add mod ord">
          <ac:chgData name="Wanho Wong" userId="76ac22dec529db09" providerId="LiveId" clId="{6BE8FF4A-4A23-4C19-81A9-38B6A3375950}" dt="2026-09-26T23:13:26.080" v="84326" actId="1076"/>
          <ac:picMkLst>
            <pc:docMk/>
            <pc:sldMk cId="3297802200" sldId="382"/>
            <ac:picMk id="5" creationId="{EE6DE0E1-01F1-8203-3DF3-51E4843A9402}"/>
          </ac:picMkLst>
        </pc:picChg>
        <pc:picChg chg="add mod">
          <ac:chgData name="Wanho Wong" userId="76ac22dec529db09" providerId="LiveId" clId="{6BE8FF4A-4A23-4C19-81A9-38B6A3375950}" dt="2026-09-26T23:13:31.006" v="84327" actId="1076"/>
          <ac:picMkLst>
            <pc:docMk/>
            <pc:sldMk cId="3297802200" sldId="382"/>
            <ac:picMk id="7" creationId="{E547954F-0850-A52E-EB67-225BFD12A240}"/>
          </ac:picMkLst>
        </pc:picChg>
      </pc:sldChg>
      <pc:sldChg chg="modSp new mod">
        <pc:chgData name="Wanho Wong" userId="76ac22dec529db09" providerId="LiveId" clId="{6BE8FF4A-4A23-4C19-81A9-38B6A3375950}" dt="2026-10-08T19:36:41.843" v="93377"/>
        <pc:sldMkLst>
          <pc:docMk/>
          <pc:sldMk cId="4026504761" sldId="383"/>
        </pc:sldMkLst>
        <pc:spChg chg="mod">
          <ac:chgData name="Wanho Wong" userId="76ac22dec529db09" providerId="LiveId" clId="{6BE8FF4A-4A23-4C19-81A9-38B6A3375950}" dt="2026-09-29T12:32:59.621" v="85104"/>
          <ac:spMkLst>
            <pc:docMk/>
            <pc:sldMk cId="4026504761" sldId="383"/>
            <ac:spMk id="2" creationId="{59CB8F16-CC25-0274-149F-9345A738B7BC}"/>
          </ac:spMkLst>
        </pc:spChg>
        <pc:spChg chg="mod">
          <ac:chgData name="Wanho Wong" userId="76ac22dec529db09" providerId="LiveId" clId="{6BE8FF4A-4A23-4C19-81A9-38B6A3375950}" dt="2026-10-08T19:36:41.843" v="93377"/>
          <ac:spMkLst>
            <pc:docMk/>
            <pc:sldMk cId="4026504761" sldId="383"/>
            <ac:spMk id="3" creationId="{A67E9171-3376-208C-1EF5-389BB1F6F9C0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2047646570" sldId="384"/>
        </pc:sldMkLst>
        <pc:spChg chg="mod">
          <ac:chgData name="Wanho Wong" userId="76ac22dec529db09" providerId="LiveId" clId="{6BE8FF4A-4A23-4C19-81A9-38B6A3375950}" dt="2026-10-06T14:21:16.155" v="93186"/>
          <ac:spMkLst>
            <pc:docMk/>
            <pc:sldMk cId="2047646570" sldId="384"/>
            <ac:spMk id="2" creationId="{7131F552-E155-9E79-6CDA-C65C7F9F2027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2047646570" sldId="384"/>
            <ac:spMk id="3" creationId="{5769EF64-E3BB-A3EE-A622-582228B3C513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328907931" sldId="385"/>
        </pc:sldMkLst>
        <pc:spChg chg="mod">
          <ac:chgData name="Wanho Wong" userId="76ac22dec529db09" providerId="LiveId" clId="{6BE8FF4A-4A23-4C19-81A9-38B6A3375950}" dt="2026-10-06T14:21:16.155" v="93186"/>
          <ac:spMkLst>
            <pc:docMk/>
            <pc:sldMk cId="328907931" sldId="385"/>
            <ac:spMk id="2" creationId="{F71489C3-5A83-4572-4FF0-4FC57B14AB65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328907931" sldId="385"/>
            <ac:spMk id="3" creationId="{6F4F6CC0-2122-862B-D4EC-88E1B046CF82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2580193146" sldId="386"/>
        </pc:sldMkLst>
        <pc:spChg chg="mod">
          <ac:chgData name="Wanho Wong" userId="76ac22dec529db09" providerId="LiveId" clId="{6BE8FF4A-4A23-4C19-81A9-38B6A3375950}" dt="2026-10-06T14:21:16.155" v="93186"/>
          <ac:spMkLst>
            <pc:docMk/>
            <pc:sldMk cId="2580193146" sldId="386"/>
            <ac:spMk id="2" creationId="{704AD8DF-CC2F-F152-6166-DE6B0749C598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2580193146" sldId="386"/>
            <ac:spMk id="3" creationId="{DA06FB33-512A-E5B4-0C0C-E9CEF8808263}"/>
          </ac:spMkLst>
        </pc:spChg>
      </pc:sldChg>
      <pc:sldChg chg="modSp new mod">
        <pc:chgData name="Wanho Wong" userId="76ac22dec529db09" providerId="LiveId" clId="{6BE8FF4A-4A23-4C19-81A9-38B6A3375950}" dt="2026-10-06T14:21:16.155" v="93186"/>
        <pc:sldMkLst>
          <pc:docMk/>
          <pc:sldMk cId="1455689668" sldId="387"/>
        </pc:sldMkLst>
        <pc:spChg chg="mod">
          <ac:chgData name="Wanho Wong" userId="76ac22dec529db09" providerId="LiveId" clId="{6BE8FF4A-4A23-4C19-81A9-38B6A3375950}" dt="2026-10-06T14:21:16.155" v="93186"/>
          <ac:spMkLst>
            <pc:docMk/>
            <pc:sldMk cId="1455689668" sldId="387"/>
            <ac:spMk id="2" creationId="{E1CBFCED-5C78-3338-D914-D853BF76E1B8}"/>
          </ac:spMkLst>
        </pc:spChg>
        <pc:spChg chg="mod">
          <ac:chgData name="Wanho Wong" userId="76ac22dec529db09" providerId="LiveId" clId="{6BE8FF4A-4A23-4C19-81A9-38B6A3375950}" dt="2026-10-06T14:21:16.155" v="93186"/>
          <ac:spMkLst>
            <pc:docMk/>
            <pc:sldMk cId="1455689668" sldId="387"/>
            <ac:spMk id="3" creationId="{019CF32D-11DC-8C1A-C4E9-B1D55BAF505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7A88E-A53C-9F3E-6C26-C85059643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B0BE5-1B09-9DDD-314E-1ACA950CF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5A134-BC3D-416F-B381-9BD524A54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463DD-F397-4E35-9B5E-ADB0C3DF6A29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68CE3-F132-D5F3-8B2D-1DB97011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D5E5D-6282-F90F-32DD-D8A36EB4B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CA9D-7D1C-4AF4-8BA5-751F037757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5099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DEFF-DC4D-3712-E635-64593197E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EDE3E-EB70-4256-D00F-B9AE3F35B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5745A-EAD2-BE14-88D6-0EF400452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463DD-F397-4E35-9B5E-ADB0C3DF6A29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E8DC6-898B-DB50-A9A0-9FBFAFA3C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EB0E0-1E59-9682-136C-5FD886D35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CA9D-7D1C-4AF4-8BA5-751F037757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4887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8831F-3C5C-964F-DFB1-93B639D6A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D63EB-9504-AB80-D51E-2E8CBD700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0782A-5F9C-C85B-215D-24D85068A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463DD-F397-4E35-9B5E-ADB0C3DF6A29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23276-21F4-3185-E378-8E5746C63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D7D5D-B039-B8BE-E383-2002E128C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CA9D-7D1C-4AF4-8BA5-751F037757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3434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BB2D8-4241-9EA9-D9B2-C24BFF165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79868-8C94-23FD-ACBD-EF1D107CA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3BE90-1902-08D2-B55B-B1EA2B579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EB3D4-092A-A59C-9396-AB6E801EF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463DD-F397-4E35-9B5E-ADB0C3DF6A29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16ACA-435F-C87D-0B26-65EDB4448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2E6C3-A956-503A-53DD-90E11F6C5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CA9D-7D1C-4AF4-8BA5-751F037757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1863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B0BDD-BEAC-4D09-A2B7-D3A92F57A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4D3F5-752E-4E2C-AA9C-C581A3B58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60B82-8E1E-50C6-227C-A5EC9FEF9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4392D7-A445-B97A-7F69-E8C5E6FA08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21306F-4D9A-58B4-A0BE-8B1C01BEAC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7CBE4F-2F46-F5F3-C124-00E56FBCE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463DD-F397-4E35-9B5E-ADB0C3DF6A29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E043F3-4E60-072F-01D7-B02283C1E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92ECE0-C2C3-A37A-8962-1CCCDBBF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CA9D-7D1C-4AF4-8BA5-751F037757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337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87F97-2FE5-8B22-2C85-0F8CD827F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547767-0B80-0206-25C7-6765AA9B6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463DD-F397-4E35-9B5E-ADB0C3DF6A29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CDBD26-D0E1-3B1B-FCF3-36AA4B2D2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51BEC6-A7A5-039D-E775-6314EDF54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CA9D-7D1C-4AF4-8BA5-751F037757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6461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071F28-1F71-48BF-8BB7-FD629207E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463DD-F397-4E35-9B5E-ADB0C3DF6A29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D35249-66B3-6BBB-4EBC-62B37E04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8DA2A-D419-EEBB-4859-25AB44F1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CA9D-7D1C-4AF4-8BA5-751F037757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220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106CF-9CCB-A0DF-B40D-9F2A7FC25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07D91-A1CB-8816-8427-1B7D01921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B396A-1DCD-9836-3C6D-FF7522770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19640E-9E8D-59D7-A615-FA266298F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463DD-F397-4E35-9B5E-ADB0C3DF6A29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BAE549-7B22-6868-0ABB-DDADDFD2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E0AFF-6C11-3E63-78CA-33634CA45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CA9D-7D1C-4AF4-8BA5-751F037757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657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9DF4C-FFAD-21CA-0B71-E6268FADC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59FE76-18A4-B0FE-C13D-8B9B2F2C5F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167FA-FFDD-02F5-E0E0-7CAA13140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5832D-339E-4458-A8E7-F7CF44FD3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463DD-F397-4E35-9B5E-ADB0C3DF6A29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C75E8-B6DF-9175-F659-A0EF6BBB7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2CC5B-C69A-1B83-F078-9C696463C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CA9D-7D1C-4AF4-8BA5-751F037757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8426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27B6A-7175-0956-3816-A11EA5CD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7B4939-D295-42FE-0C25-EFCFFA76B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BC1DF-81D5-BDBD-D52D-FD4C3D4AE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463DD-F397-4E35-9B5E-ADB0C3DF6A29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DD756-D743-F341-654D-FC4598352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A3AF3-45B3-CC9B-98B9-DEDF47C2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CA9D-7D1C-4AF4-8BA5-751F037757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430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5FE246-12B0-5301-199C-D2D9ACE765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6DCEDC-F1FF-120C-625A-3EABB8F51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846BF-52A0-3407-84B6-294476EEE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463DD-F397-4E35-9B5E-ADB0C3DF6A29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F57CD-CE04-7370-956B-4DF645673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8AF98-0649-F826-8C90-66C3CAE69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DCA9D-7D1C-4AF4-8BA5-751F037757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223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F4D611-2F43-3809-0120-5DF67F109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C220E-57C3-E47D-A231-C0598ABF9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3E7AB-70F6-92D6-C923-531022399C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8463DD-F397-4E35-9B5E-ADB0C3DF6A29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BCBDB-AD69-5BFC-9515-E3C6D7B95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C4D4B-05F5-4C8F-92F3-796B2786F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5DCA9D-7D1C-4AF4-8BA5-751F037757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500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jpeg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B1F03-F6F7-9F91-C86A-CE11BB78D6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Cantonese Alphabet Lesson</a:t>
            </a:r>
            <a:br>
              <a:rPr lang="en-GB" dirty="0"/>
            </a:br>
            <a:r>
              <a:rPr lang="en-GB" dirty="0"/>
              <a:t>Việt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 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Phó</a:t>
            </a:r>
            <a:r>
              <a:rPr lang="en-GB" dirty="0"/>
              <a:t> </a:t>
            </a:r>
            <a:r>
              <a:rPr lang="en-GB" dirty="0" err="1"/>
              <a:t>Xình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3E7C02-EFBD-ABEA-C886-ADF9DA52DB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919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6CB49-B551-9BF1-9CD2-24988C140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Phó-Thòng </a:t>
            </a:r>
            <a:r>
              <a:rPr lang="en-GB" dirty="0" err="1"/>
              <a:t>Mục</a:t>
            </a:r>
            <a:r>
              <a:rPr lang="en-GB" dirty="0"/>
              <a:t> </a:t>
            </a:r>
            <a:r>
              <a:rPr lang="en-GB" dirty="0" err="1"/>
              <a:t>Biêu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7F3AB-CE9D-D925-8E98-B25C4A91D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Yêu-khừu</a:t>
            </a:r>
            <a:r>
              <a:rPr lang="en-GB" dirty="0"/>
              <a:t> </a:t>
            </a:r>
            <a:r>
              <a:rPr lang="en-GB" dirty="0" err="1"/>
              <a:t>học-săng</a:t>
            </a:r>
            <a:r>
              <a:rPr lang="en-GB" dirty="0"/>
              <a:t> </a:t>
            </a:r>
            <a:r>
              <a:rPr lang="en-GB" dirty="0" err="1"/>
              <a:t>ký</a:t>
            </a:r>
            <a:r>
              <a:rPr lang="en-GB" dirty="0"/>
              <a:t>-ich Việt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mỗ-biểu</a:t>
            </a:r>
            <a:r>
              <a:rPr lang="en-GB" dirty="0"/>
              <a:t>, </a:t>
            </a:r>
            <a:r>
              <a:rPr lang="en-GB" dirty="0" err="1"/>
              <a:t>nguyền-yâm</a:t>
            </a:r>
            <a:r>
              <a:rPr lang="en-GB" dirty="0"/>
              <a:t>, </a:t>
            </a:r>
            <a:r>
              <a:rPr lang="en-GB" dirty="0" err="1"/>
              <a:t>ph</a:t>
            </a:r>
            <a:r>
              <a:rPr lang="yue-Latn-001" dirty="0"/>
              <a:t>ụ-yâm, </a:t>
            </a:r>
            <a:r>
              <a:rPr lang="en-GB" dirty="0" err="1"/>
              <a:t>thùng</a:t>
            </a:r>
            <a:r>
              <a:rPr lang="en-GB" dirty="0"/>
              <a:t> </a:t>
            </a:r>
            <a:r>
              <a:rPr lang="en-GB" dirty="0" err="1"/>
              <a:t>yâm-điệu</a:t>
            </a:r>
            <a:r>
              <a:rPr lang="en-GB" dirty="0"/>
              <a:t> </a:t>
            </a:r>
            <a:r>
              <a:rPr lang="en-GB" dirty="0" err="1"/>
              <a:t>phù-hạu</a:t>
            </a:r>
            <a:r>
              <a:rPr lang="yue-Latn-001" dirty="0"/>
              <a:t>.</a:t>
            </a:r>
            <a:endParaRPr lang="en-GB" dirty="0"/>
          </a:p>
          <a:p>
            <a:r>
              <a:rPr lang="en-GB" dirty="0" err="1"/>
              <a:t>Yêu-khừu</a:t>
            </a:r>
            <a:r>
              <a:rPr lang="en-GB" dirty="0"/>
              <a:t> </a:t>
            </a:r>
            <a:r>
              <a:rPr lang="en-GB" dirty="0" err="1"/>
              <a:t>học-săng</a:t>
            </a:r>
            <a:r>
              <a:rPr lang="en-GB" dirty="0"/>
              <a:t> </a:t>
            </a:r>
            <a:r>
              <a:rPr lang="en-GB" dirty="0" err="1"/>
              <a:t>nằng</a:t>
            </a:r>
            <a:r>
              <a:rPr lang="en-GB" dirty="0"/>
              <a:t> </a:t>
            </a:r>
            <a:r>
              <a:rPr lang="en-GB" dirty="0" err="1"/>
              <a:t>cấu</a:t>
            </a:r>
            <a:r>
              <a:rPr lang="en-GB" dirty="0"/>
              <a:t> </a:t>
            </a:r>
            <a:r>
              <a:rPr lang="yue-Latn-001" dirty="0"/>
              <a:t>nhịnh-sich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thùng</a:t>
            </a:r>
            <a:r>
              <a:rPr lang="en-GB" dirty="0"/>
              <a:t> </a:t>
            </a:r>
            <a:r>
              <a:rPr lang="yue-Latn-001" dirty="0"/>
              <a:t>phát-</a:t>
            </a:r>
            <a:r>
              <a:rPr lang="en-GB" dirty="0" err="1"/>
              <a:t>yâm</a:t>
            </a:r>
            <a:r>
              <a:rPr lang="en-GB" dirty="0"/>
              <a:t> chi </a:t>
            </a:r>
            <a:r>
              <a:rPr lang="en-GB" dirty="0" err="1"/>
              <a:t>kan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đúi-ính</a:t>
            </a:r>
            <a:r>
              <a:rPr lang="en-GB" dirty="0"/>
              <a:t> </a:t>
            </a:r>
            <a:r>
              <a:rPr lang="en-GB" dirty="0" err="1"/>
              <a:t>luyền-hệ</a:t>
            </a:r>
            <a:r>
              <a:rPr lang="yue-Latn-001" dirty="0"/>
              <a:t>.</a:t>
            </a:r>
            <a:endParaRPr lang="en-GB" dirty="0"/>
          </a:p>
          <a:p>
            <a:r>
              <a:rPr lang="en-GB" dirty="0" err="1"/>
              <a:t>Yêu-khừu</a:t>
            </a:r>
            <a:r>
              <a:rPr lang="en-GB" dirty="0"/>
              <a:t> </a:t>
            </a:r>
            <a:r>
              <a:rPr lang="en-GB" dirty="0" err="1"/>
              <a:t>học-săng</a:t>
            </a:r>
            <a:r>
              <a:rPr lang="en-GB" dirty="0"/>
              <a:t> </a:t>
            </a:r>
            <a:r>
              <a:rPr lang="yue-Latn-001" dirty="0"/>
              <a:t>sục-ŧich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yue-Latn-001" dirty="0"/>
              <a:t>bât</a:t>
            </a:r>
            <a:r>
              <a:rPr lang="en-GB" dirty="0"/>
              <a:t> </a:t>
            </a:r>
            <a:r>
              <a:rPr lang="en-GB" dirty="0" err="1"/>
              <a:t>sư-ŧẻ</a:t>
            </a:r>
            <a:r>
              <a:rPr lang="en-GB" dirty="0"/>
              <a:t> Việt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endParaRPr lang="en-GB" dirty="0"/>
          </a:p>
          <a:p>
            <a:r>
              <a:rPr lang="en-GB" dirty="0" err="1"/>
              <a:t>Yêu-khừu</a:t>
            </a:r>
            <a:r>
              <a:rPr lang="en-GB" dirty="0"/>
              <a:t> </a:t>
            </a:r>
            <a:r>
              <a:rPr lang="en-GB" dirty="0" err="1"/>
              <a:t>học-săng</a:t>
            </a:r>
            <a:r>
              <a:rPr lang="en-GB" dirty="0"/>
              <a:t> </a:t>
            </a:r>
            <a:r>
              <a:rPr lang="en-GB" dirty="0" err="1"/>
              <a:t>nằng-cấu</a:t>
            </a:r>
            <a:r>
              <a:rPr lang="en-GB" dirty="0"/>
              <a:t> xo-</a:t>
            </a:r>
            <a:r>
              <a:rPr lang="en-GB" dirty="0" err="1"/>
              <a:t>bộ</a:t>
            </a:r>
            <a:r>
              <a:rPr lang="en-GB" dirty="0"/>
              <a:t> </a:t>
            </a:r>
            <a:r>
              <a:rPr lang="en-GB" dirty="0" err="1"/>
              <a:t>liễu-kải</a:t>
            </a:r>
            <a:r>
              <a:rPr lang="en-GB" dirty="0"/>
              <a:t> Việt </a:t>
            </a:r>
            <a:r>
              <a:rPr lang="en-GB" dirty="0" err="1"/>
              <a:t>mằn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chính-ŧẻ</a:t>
            </a:r>
            <a:r>
              <a:rPr lang="en-GB" dirty="0"/>
              <a:t> </a:t>
            </a:r>
            <a:r>
              <a:rPr lang="en-GB" dirty="0" err="1"/>
              <a:t>khuy-țăc</a:t>
            </a:r>
            <a:r>
              <a:rPr lang="yue-Latn-001" dirty="0"/>
              <a:t>.</a:t>
            </a:r>
          </a:p>
          <a:p>
            <a:r>
              <a:rPr lang="en-GB" dirty="0" err="1"/>
              <a:t>Yêu-khừu</a:t>
            </a:r>
            <a:r>
              <a:rPr lang="en-GB" dirty="0"/>
              <a:t> </a:t>
            </a:r>
            <a:r>
              <a:rPr lang="en-GB" dirty="0" err="1"/>
              <a:t>học-săng</a:t>
            </a:r>
            <a:r>
              <a:rPr lang="en-GB" dirty="0"/>
              <a:t> </a:t>
            </a:r>
            <a:r>
              <a:rPr lang="en-GB" dirty="0" err="1"/>
              <a:t>nằng-cấu</a:t>
            </a:r>
            <a:r>
              <a:rPr lang="en-GB" dirty="0"/>
              <a:t> xo-</a:t>
            </a:r>
            <a:r>
              <a:rPr lang="en-GB" dirty="0" err="1"/>
              <a:t>bộ</a:t>
            </a:r>
            <a:r>
              <a:rPr lang="en-GB" dirty="0"/>
              <a:t> </a:t>
            </a:r>
            <a:r>
              <a:rPr lang="yue-Latn-001" dirty="0"/>
              <a:t>việt-đục Quóc-Ngữ-Țụ̆ nội-dùng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4926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10265-332F-6328-766F-5E15571E6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Việt Ngữ Quóc Ngữ Țụ̆ khói-khút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08734-20C4-5392-501B-B857916D4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Việt Ngữ Quóc Ngữ Țụ̆ hệ yât chủng dụng Latinh phá ké țụ̆-mỗ lầy ŧẻ Việt Ngữ ké mằn-țụ̆.</a:t>
            </a:r>
          </a:p>
          <a:p>
            <a:r>
              <a:rPr lang="yue-Latn-001" dirty="0"/>
              <a:t>Țụ̆-mỗ, sinh-điệu phù-hạu, thung biêu-điểm hệ </a:t>
            </a:r>
            <a:r>
              <a:rPr lang="en-GB" dirty="0" err="1"/>
              <a:t>țổ</a:t>
            </a:r>
            <a:r>
              <a:rPr lang="yue-Latn-001" dirty="0"/>
              <a:t> sình Quóc Ngữ ké yếu-ŧố.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4956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5A7C6-2733-879C-5B4D-662EA1297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Việt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yâm</a:t>
            </a:r>
            <a:r>
              <a:rPr lang="en-GB" dirty="0"/>
              <a:t> </a:t>
            </a:r>
            <a:r>
              <a:rPr lang="en-GB" dirty="0" err="1"/>
              <a:t>țiết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yue-Latn-001" dirty="0"/>
              <a:t>ț</a:t>
            </a:r>
            <a:r>
              <a:rPr lang="en-GB" dirty="0"/>
              <a:t>ổ-</a:t>
            </a:r>
            <a:r>
              <a:rPr lang="en-GB" dirty="0" err="1"/>
              <a:t>sình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AE040-F4EE-176D-7100-3880DDA72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Việt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yâm</a:t>
            </a:r>
            <a:r>
              <a:rPr lang="en-GB" dirty="0"/>
              <a:t> </a:t>
            </a:r>
            <a:r>
              <a:rPr lang="en-GB" dirty="0" err="1"/>
              <a:t>țiết</a:t>
            </a:r>
            <a:r>
              <a:rPr lang="en-GB" dirty="0"/>
              <a:t> </a:t>
            </a:r>
            <a:r>
              <a:rPr lang="en-GB" dirty="0" err="1"/>
              <a:t>dầu</a:t>
            </a:r>
            <a:r>
              <a:rPr lang="en-GB" dirty="0"/>
              <a:t> 4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bộ-phận</a:t>
            </a:r>
            <a:r>
              <a:rPr lang="en-GB" dirty="0"/>
              <a:t> </a:t>
            </a:r>
            <a:r>
              <a:rPr lang="en-GB" dirty="0" err="1"/>
              <a:t>țổ-sình</a:t>
            </a:r>
            <a:r>
              <a:rPr lang="en-GB" dirty="0"/>
              <a:t>.</a:t>
            </a:r>
          </a:p>
          <a:p>
            <a:r>
              <a:rPr lang="en-GB" dirty="0" err="1"/>
              <a:t>Vận-sẩu</a:t>
            </a:r>
            <a:r>
              <a:rPr lang="en-GB" dirty="0"/>
              <a:t>(front consonant)</a:t>
            </a:r>
          </a:p>
          <a:p>
            <a:r>
              <a:rPr lang="en-GB" dirty="0"/>
              <a:t>Vân-</a:t>
            </a:r>
            <a:r>
              <a:rPr lang="en-GB" dirty="0" err="1"/>
              <a:t>phục</a:t>
            </a:r>
            <a:r>
              <a:rPr lang="en-GB" dirty="0"/>
              <a:t>(vowel)</a:t>
            </a:r>
          </a:p>
          <a:p>
            <a:r>
              <a:rPr lang="en-GB" dirty="0" err="1"/>
              <a:t>Vận-mỹ</a:t>
            </a:r>
            <a:r>
              <a:rPr lang="en-GB" dirty="0"/>
              <a:t>(end consonant)</a:t>
            </a:r>
          </a:p>
          <a:p>
            <a:r>
              <a:rPr lang="en-GB" dirty="0"/>
              <a:t>Sinh-</a:t>
            </a:r>
            <a:r>
              <a:rPr lang="en-GB" dirty="0" err="1"/>
              <a:t>điệu</a:t>
            </a:r>
            <a:r>
              <a:rPr lang="en-GB" dirty="0"/>
              <a:t>(tone)</a:t>
            </a:r>
            <a:endParaRPr lang="en-GB" sz="8800" dirty="0"/>
          </a:p>
        </p:txBody>
      </p:sp>
    </p:spTree>
    <p:extLst>
      <p:ext uri="{BB962C8B-B14F-4D97-AF65-F5344CB8AC3E}">
        <p14:creationId xmlns:p14="http://schemas.microsoft.com/office/powerpoint/2010/main" val="315508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F410B1-017C-AC88-F0CC-8ACEC66605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899" y="1223257"/>
            <a:ext cx="7774202" cy="44114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042C4B-1366-A959-B9D0-B8CC1B44C0EE}"/>
              </a:ext>
            </a:extLst>
          </p:cNvPr>
          <p:cNvSpPr txBox="1"/>
          <p:nvPr/>
        </p:nvSpPr>
        <p:spPr>
          <a:xfrm>
            <a:off x="3173647" y="4275753"/>
            <a:ext cx="2143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vận</a:t>
            </a:r>
            <a:r>
              <a:rPr lang="en-GB" sz="2800" dirty="0"/>
              <a:t> </a:t>
            </a:r>
            <a:r>
              <a:rPr lang="en-GB" sz="2800" dirty="0" err="1"/>
              <a:t>sẩu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E08861-FD94-4C45-FBF6-D8B99BDE868B}"/>
              </a:ext>
            </a:extLst>
          </p:cNvPr>
          <p:cNvSpPr txBox="1"/>
          <p:nvPr/>
        </p:nvSpPr>
        <p:spPr>
          <a:xfrm>
            <a:off x="4620835" y="4275753"/>
            <a:ext cx="2143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vận</a:t>
            </a:r>
            <a:r>
              <a:rPr lang="en-GB" sz="2800" dirty="0"/>
              <a:t> </a:t>
            </a:r>
            <a:r>
              <a:rPr lang="en-GB" sz="2800" dirty="0" err="1"/>
              <a:t>phục</a:t>
            </a:r>
            <a:endParaRPr lang="en-GB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429F46-B04D-73B3-B70F-D48B96E97F73}"/>
              </a:ext>
            </a:extLst>
          </p:cNvPr>
          <p:cNvSpPr txBox="1"/>
          <p:nvPr/>
        </p:nvSpPr>
        <p:spPr>
          <a:xfrm>
            <a:off x="6764595" y="4510238"/>
            <a:ext cx="2143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vận</a:t>
            </a:r>
            <a:r>
              <a:rPr lang="en-GB" sz="2800" dirty="0"/>
              <a:t> </a:t>
            </a:r>
            <a:r>
              <a:rPr lang="en-GB" sz="2800" dirty="0" err="1"/>
              <a:t>mỹ</a:t>
            </a:r>
            <a:endParaRPr lang="en-GB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DA739C-1E99-79FB-0293-26A30450548A}"/>
              </a:ext>
            </a:extLst>
          </p:cNvPr>
          <p:cNvSpPr txBox="1"/>
          <p:nvPr/>
        </p:nvSpPr>
        <p:spPr>
          <a:xfrm>
            <a:off x="4542177" y="1891431"/>
            <a:ext cx="2143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sinh</a:t>
            </a:r>
            <a:r>
              <a:rPr lang="en-GB" sz="2800" dirty="0"/>
              <a:t> </a:t>
            </a:r>
            <a:r>
              <a:rPr lang="en-GB" sz="2800" dirty="0" err="1"/>
              <a:t>điệu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723693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4BA5D-18F0-0669-FB35-7B967585F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Việt </a:t>
            </a:r>
            <a:r>
              <a:rPr lang="en-GB" dirty="0" err="1"/>
              <a:t>Ngữ</a:t>
            </a:r>
            <a:r>
              <a:rPr lang="en-GB" dirty="0"/>
              <a:t> Alphabet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5132E-97BC-8632-141E-90E58222B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GB" dirty="0"/>
              <a:t>Việt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Quóc</a:t>
            </a:r>
            <a:r>
              <a:rPr lang="en-GB" dirty="0"/>
              <a:t>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 </a:t>
            </a:r>
            <a:r>
              <a:rPr lang="en-GB" dirty="0" err="1"/>
              <a:t>lịnh</a:t>
            </a:r>
            <a:r>
              <a:rPr lang="en-GB" dirty="0"/>
              <a:t> </a:t>
            </a:r>
            <a:r>
              <a:rPr lang="en-GB" dirty="0" err="1"/>
              <a:t>đố</a:t>
            </a:r>
            <a:r>
              <a:rPr lang="en-GB" dirty="0"/>
              <a:t> </a:t>
            </a:r>
            <a:r>
              <a:rPr lang="en-GB" dirty="0" err="1"/>
              <a:t>Quỏng</a:t>
            </a:r>
            <a:r>
              <a:rPr lang="en-GB" dirty="0"/>
              <a:t> </a:t>
            </a:r>
            <a:r>
              <a:rPr lang="en-GB" dirty="0" err="1"/>
              <a:t>Đung</a:t>
            </a:r>
            <a:r>
              <a:rPr lang="en-GB" dirty="0"/>
              <a:t> </a:t>
            </a:r>
            <a:r>
              <a:rPr lang="en-GB" dirty="0" err="1"/>
              <a:t>vạ</a:t>
            </a:r>
            <a:r>
              <a:rPr lang="en-GB" dirty="0"/>
              <a:t> </a:t>
            </a:r>
            <a:r>
              <a:rPr lang="en-GB" dirty="0" err="1"/>
              <a:t>sình</a:t>
            </a:r>
            <a:r>
              <a:rPr lang="en-GB" dirty="0"/>
              <a:t> </a:t>
            </a:r>
            <a:r>
              <a:rPr lang="en-GB" dirty="0" err="1"/>
              <a:t>vỳ</a:t>
            </a:r>
            <a:r>
              <a:rPr lang="en-GB" dirty="0"/>
              <a:t> </a:t>
            </a:r>
            <a:r>
              <a:rPr lang="en-GB" dirty="0" err="1"/>
              <a:t>chỏ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chủng</a:t>
            </a:r>
            <a:r>
              <a:rPr lang="en-GB" dirty="0"/>
              <a:t> </a:t>
            </a:r>
            <a:r>
              <a:rPr lang="en-GB" dirty="0" err="1"/>
              <a:t>sŭ</a:t>
            </a:r>
            <a:r>
              <a:rPr lang="en-GB" dirty="0"/>
              <a:t>̉-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Latinh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mằn-țŭ</a:t>
            </a:r>
            <a:r>
              <a:rPr lang="en-GB" dirty="0"/>
              <a:t>̣.</a:t>
            </a:r>
          </a:p>
          <a:p>
            <a:endParaRPr lang="en-GB" dirty="0"/>
          </a:p>
        </p:txBody>
      </p:sp>
      <p:pic>
        <p:nvPicPr>
          <p:cNvPr id="5" name="Picture 4" descr="Image">
            <a:extLst>
              <a:ext uri="{FF2B5EF4-FFF2-40B4-BE49-F238E27FC236}">
                <a16:creationId xmlns:a16="http://schemas.microsoft.com/office/drawing/2014/main" id="{0F963A04-02BE-6134-7A00-F720D1161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908" y="239014"/>
            <a:ext cx="4512892" cy="637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084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5F841-9FCA-F377-B436-DEE9066B7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Vận</a:t>
            </a:r>
            <a:r>
              <a:rPr lang="en-GB" dirty="0"/>
              <a:t> </a:t>
            </a:r>
            <a:r>
              <a:rPr lang="en-GB" dirty="0" err="1"/>
              <a:t>Sẩu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229A2-E7BF-A378-6B99-0FFA21A7CBC1}"/>
              </a:ext>
            </a:extLst>
          </p:cNvPr>
          <p:cNvSpPr txBox="1"/>
          <p:nvPr/>
        </p:nvSpPr>
        <p:spPr>
          <a:xfrm>
            <a:off x="604685" y="1690688"/>
            <a:ext cx="80132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B</a:t>
            </a:r>
          </a:p>
          <a:p>
            <a:r>
              <a:rPr lang="en-GB" sz="3600" dirty="0"/>
              <a:t>P/</a:t>
            </a:r>
            <a:r>
              <a:rPr lang="en-GB" sz="3600" dirty="0">
                <a:solidFill>
                  <a:srgbClr val="0070C0"/>
                </a:solidFill>
              </a:rPr>
              <a:t>HP</a:t>
            </a:r>
          </a:p>
          <a:p>
            <a:r>
              <a:rPr lang="en-GB" sz="3600" dirty="0"/>
              <a:t>M</a:t>
            </a:r>
          </a:p>
          <a:p>
            <a:r>
              <a:rPr lang="en-GB" sz="3600" dirty="0"/>
              <a:t>PH/</a:t>
            </a:r>
            <a:r>
              <a:rPr lang="en-GB" sz="3600" dirty="0">
                <a:solidFill>
                  <a:srgbClr val="0070C0"/>
                </a:solidFill>
              </a:rPr>
              <a:t>F</a:t>
            </a:r>
          </a:p>
          <a:p>
            <a:r>
              <a:rPr lang="en-GB" sz="3600" dirty="0"/>
              <a:t>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F9912A-0CB5-A2BC-52BE-94182DC1775F}"/>
              </a:ext>
            </a:extLst>
          </p:cNvPr>
          <p:cNvSpPr txBox="1"/>
          <p:nvPr/>
        </p:nvSpPr>
        <p:spPr>
          <a:xfrm>
            <a:off x="2013157" y="1719841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/>
              <a:t>Đ/</a:t>
            </a:r>
            <a:r>
              <a:rPr lang="en-GB" sz="3600" dirty="0">
                <a:solidFill>
                  <a:srgbClr val="FF0000"/>
                </a:solidFill>
              </a:rPr>
              <a:t>T</a:t>
            </a:r>
          </a:p>
          <a:p>
            <a:r>
              <a:rPr lang="en-GB" sz="3600" dirty="0"/>
              <a:t>TH</a:t>
            </a:r>
          </a:p>
          <a:p>
            <a:r>
              <a:rPr lang="en-GB" sz="3600" dirty="0"/>
              <a:t>N</a:t>
            </a:r>
          </a:p>
          <a:p>
            <a:r>
              <a:rPr lang="en-GB" sz="3600" dirty="0"/>
              <a:t>L</a:t>
            </a:r>
          </a:p>
          <a:p>
            <a:r>
              <a:rPr lang="en-GB" sz="3600" dirty="0">
                <a:solidFill>
                  <a:srgbClr val="0070C0"/>
                </a:solidFill>
              </a:rPr>
              <a:t>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F98A34-E9CD-6DD6-55C7-D0863C73B53B}"/>
              </a:ext>
            </a:extLst>
          </p:cNvPr>
          <p:cNvSpPr txBox="1"/>
          <p:nvPr/>
        </p:nvSpPr>
        <p:spPr>
          <a:xfrm>
            <a:off x="3258168" y="1711201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/>
              <a:t>K/C</a:t>
            </a:r>
          </a:p>
          <a:p>
            <a:r>
              <a:rPr lang="en-GB" sz="3600" dirty="0"/>
              <a:t>KH/</a:t>
            </a:r>
            <a:r>
              <a:rPr lang="en-GB" sz="3600" dirty="0">
                <a:solidFill>
                  <a:srgbClr val="0070C0"/>
                </a:solidFill>
              </a:rPr>
              <a:t>HK</a:t>
            </a:r>
          </a:p>
          <a:p>
            <a:r>
              <a:rPr lang="en-GB" sz="3600" dirty="0"/>
              <a:t>NG</a:t>
            </a:r>
          </a:p>
          <a:p>
            <a:r>
              <a:rPr lang="en-GB" sz="3600" dirty="0"/>
              <a:t>H</a:t>
            </a:r>
          </a:p>
          <a:p>
            <a:r>
              <a:rPr lang="en-GB" sz="3600" dirty="0">
                <a:solidFill>
                  <a:srgbClr val="0070C0"/>
                </a:solidFill>
              </a:rPr>
              <a:t>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9A4ECB-FBCA-53BC-B0BC-18DAB55BC2AC}"/>
              </a:ext>
            </a:extLst>
          </p:cNvPr>
          <p:cNvSpPr txBox="1"/>
          <p:nvPr/>
        </p:nvSpPr>
        <p:spPr>
          <a:xfrm>
            <a:off x="4668480" y="1736034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/>
              <a:t>Ț</a:t>
            </a:r>
          </a:p>
          <a:p>
            <a:r>
              <a:rPr lang="en-GB" sz="3600" dirty="0"/>
              <a:t>TX</a:t>
            </a:r>
          </a:p>
          <a:p>
            <a:r>
              <a:rPr lang="en-GB" sz="3600" dirty="0"/>
              <a:t>Ŧ/</a:t>
            </a:r>
            <a:r>
              <a:rPr lang="en-GB" sz="3600" dirty="0">
                <a:solidFill>
                  <a:srgbClr val="0070C0"/>
                </a:solidFill>
              </a:rPr>
              <a:t>Þ</a:t>
            </a:r>
          </a:p>
          <a:p>
            <a:r>
              <a:rPr lang="en-GB" sz="3600" dirty="0"/>
              <a:t>D/</a:t>
            </a:r>
            <a:r>
              <a:rPr lang="en-GB" sz="3600" dirty="0">
                <a:solidFill>
                  <a:srgbClr val="FF0000"/>
                </a:solidFill>
              </a:rPr>
              <a:t>Y</a:t>
            </a:r>
          </a:p>
          <a:p>
            <a:r>
              <a:rPr lang="en-GB" sz="3600" dirty="0">
                <a:solidFill>
                  <a:srgbClr val="0070C0"/>
                </a:solidFill>
              </a:rPr>
              <a:t>Z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C88191-AEF1-7955-8AAD-1A0CDE4AFC60}"/>
              </a:ext>
            </a:extLst>
          </p:cNvPr>
          <p:cNvSpPr txBox="1"/>
          <p:nvPr/>
        </p:nvSpPr>
        <p:spPr>
          <a:xfrm>
            <a:off x="5938072" y="1715521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/>
              <a:t>CH</a:t>
            </a:r>
          </a:p>
          <a:p>
            <a:r>
              <a:rPr lang="en-GB" sz="3600" dirty="0"/>
              <a:t>X/</a:t>
            </a:r>
            <a:r>
              <a:rPr lang="en-GB" sz="3600" dirty="0">
                <a:solidFill>
                  <a:srgbClr val="0070C0"/>
                </a:solidFill>
              </a:rPr>
              <a:t>CHH</a:t>
            </a:r>
          </a:p>
          <a:p>
            <a:r>
              <a:rPr lang="en-GB" sz="3600" dirty="0"/>
              <a:t>S/</a:t>
            </a:r>
            <a:r>
              <a:rPr lang="en-GB" sz="3600" dirty="0">
                <a:solidFill>
                  <a:srgbClr val="0070C0"/>
                </a:solidFill>
              </a:rPr>
              <a:t>Ș</a:t>
            </a:r>
          </a:p>
          <a:p>
            <a:r>
              <a:rPr lang="en-GB" sz="3600" dirty="0"/>
              <a:t>NH</a:t>
            </a:r>
          </a:p>
          <a:p>
            <a:r>
              <a:rPr lang="en-GB" sz="3600" dirty="0">
                <a:solidFill>
                  <a:srgbClr val="0070C0"/>
                </a:solidFill>
              </a:rPr>
              <a:t>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9C4D19-5812-9D18-31C6-084B735EB25D}"/>
              </a:ext>
            </a:extLst>
          </p:cNvPr>
          <p:cNvSpPr txBox="1"/>
          <p:nvPr/>
        </p:nvSpPr>
        <p:spPr>
          <a:xfrm>
            <a:off x="7666702" y="173743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/>
              <a:t>QU</a:t>
            </a:r>
          </a:p>
          <a:p>
            <a:r>
              <a:rPr lang="en-GB" sz="3600" dirty="0"/>
              <a:t>KHO/KHU</a:t>
            </a:r>
          </a:p>
          <a:p>
            <a:r>
              <a:rPr lang="en-GB" sz="3600" dirty="0"/>
              <a:t>HO/HU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B679D7-FD0C-A400-26D4-CC3BF13AC07D}"/>
              </a:ext>
            </a:extLst>
          </p:cNvPr>
          <p:cNvSpPr txBox="1"/>
          <p:nvPr/>
        </p:nvSpPr>
        <p:spPr>
          <a:xfrm>
            <a:off x="9753601" y="1715521"/>
            <a:ext cx="64991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TR</a:t>
            </a:r>
            <a:endParaRPr lang="yue-Latn-001" sz="3600" dirty="0">
              <a:solidFill>
                <a:srgbClr val="FF0000"/>
              </a:solidFill>
            </a:endParaRPr>
          </a:p>
          <a:p>
            <a:endParaRPr lang="en-GB" sz="36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BCE596-583B-747F-4D5D-5BA78B6CE01F}"/>
              </a:ext>
            </a:extLst>
          </p:cNvPr>
          <p:cNvSpPr txBox="1"/>
          <p:nvPr/>
        </p:nvSpPr>
        <p:spPr>
          <a:xfrm>
            <a:off x="571820" y="5026655"/>
            <a:ext cx="10732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HP F R HK G Þ Z CHH Ș Ż </a:t>
            </a:r>
            <a:r>
              <a:rPr lang="en-GB" sz="3200" dirty="0" err="1"/>
              <a:t>vận-sẩu</a:t>
            </a:r>
            <a:r>
              <a:rPr lang="en-GB" sz="3200" dirty="0"/>
              <a:t> </a:t>
            </a:r>
            <a:r>
              <a:rPr lang="en-GB" sz="3200" dirty="0" err="1"/>
              <a:t>hệ</a:t>
            </a:r>
            <a:r>
              <a:rPr lang="en-GB" sz="3200" dirty="0"/>
              <a:t> </a:t>
            </a:r>
            <a:r>
              <a:rPr lang="en-GB" sz="3200" dirty="0" err="1"/>
              <a:t>ngọi</a:t>
            </a:r>
            <a:r>
              <a:rPr lang="en-GB" sz="3200" dirty="0"/>
              <a:t> </a:t>
            </a:r>
            <a:r>
              <a:rPr lang="en-GB" sz="3200" dirty="0" err="1"/>
              <a:t>lòi</a:t>
            </a:r>
            <a:r>
              <a:rPr lang="en-GB" sz="3200" dirty="0"/>
              <a:t> </a:t>
            </a:r>
            <a:r>
              <a:rPr lang="en-GB" sz="3200" dirty="0" err="1"/>
              <a:t>ngữ</a:t>
            </a:r>
            <a:r>
              <a:rPr lang="en-GB" sz="3200" dirty="0"/>
              <a:t> </a:t>
            </a:r>
            <a:r>
              <a:rPr lang="en-GB" sz="3200" dirty="0" err="1"/>
              <a:t>ké</a:t>
            </a:r>
            <a:r>
              <a:rPr lang="en-GB" sz="3200" dirty="0"/>
              <a:t> </a:t>
            </a:r>
            <a:r>
              <a:rPr lang="en-GB" sz="3200" dirty="0" err="1"/>
              <a:t>vận</a:t>
            </a:r>
            <a:r>
              <a:rPr lang="en-GB" sz="3200" dirty="0"/>
              <a:t> </a:t>
            </a:r>
            <a:r>
              <a:rPr lang="en-GB" sz="3200" dirty="0" err="1"/>
              <a:t>sẩu</a:t>
            </a:r>
            <a:endParaRPr lang="en-GB" sz="3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78F461-925C-F161-6938-DF4EE1917934}"/>
              </a:ext>
            </a:extLst>
          </p:cNvPr>
          <p:cNvSpPr txBox="1"/>
          <p:nvPr/>
        </p:nvSpPr>
        <p:spPr>
          <a:xfrm>
            <a:off x="604685" y="5611430"/>
            <a:ext cx="10732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T Y TR </a:t>
            </a:r>
            <a:r>
              <a:rPr lang="en-GB" sz="3200" dirty="0" err="1"/>
              <a:t>vận-sẩu</a:t>
            </a:r>
            <a:r>
              <a:rPr lang="en-GB" sz="3200" dirty="0"/>
              <a:t> </a:t>
            </a:r>
            <a:r>
              <a:rPr lang="en-GB" sz="3200" dirty="0" err="1"/>
              <a:t>dụng</a:t>
            </a:r>
            <a:r>
              <a:rPr lang="en-GB" sz="3200" dirty="0"/>
              <a:t> </a:t>
            </a:r>
            <a:r>
              <a:rPr lang="en-GB" sz="3200" dirty="0" err="1"/>
              <a:t>lầy</a:t>
            </a:r>
            <a:r>
              <a:rPr lang="en-GB" sz="3200" dirty="0"/>
              <a:t> </a:t>
            </a:r>
            <a:r>
              <a:rPr lang="en-GB" sz="3200" dirty="0" err="1"/>
              <a:t>biểu</a:t>
            </a:r>
            <a:r>
              <a:rPr lang="en-GB" sz="3200" dirty="0"/>
              <a:t> </a:t>
            </a:r>
            <a:r>
              <a:rPr lang="en-GB" sz="3200" dirty="0" err="1"/>
              <a:t>sị</a:t>
            </a:r>
            <a:r>
              <a:rPr lang="en-GB" sz="3200" dirty="0"/>
              <a:t> </a:t>
            </a:r>
            <a:r>
              <a:rPr lang="en-GB" sz="3200" dirty="0" err="1"/>
              <a:t>đặc</a:t>
            </a:r>
            <a:r>
              <a:rPr lang="en-GB" sz="3200" dirty="0"/>
              <a:t> </a:t>
            </a:r>
            <a:r>
              <a:rPr lang="en-GB" sz="3200" dirty="0" err="1"/>
              <a:t>biệt</a:t>
            </a:r>
            <a:r>
              <a:rPr lang="en-GB" sz="3200" dirty="0"/>
              <a:t> </a:t>
            </a:r>
            <a:r>
              <a:rPr lang="en-GB" sz="3200" dirty="0" err="1"/>
              <a:t>ké</a:t>
            </a:r>
            <a:r>
              <a:rPr lang="en-GB" sz="3200" dirty="0"/>
              <a:t> </a:t>
            </a:r>
            <a:r>
              <a:rPr lang="en-GB" sz="3200" dirty="0" err="1"/>
              <a:t>txŭ</a:t>
            </a:r>
            <a:r>
              <a:rPr lang="en-GB" sz="3200" dirty="0"/>
              <a:t>̀-</a:t>
            </a:r>
            <a:r>
              <a:rPr lang="en-GB" sz="3200" dirty="0" err="1"/>
              <a:t>nguyền-học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485216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5150D-B042-36C9-88A3-7AA3624F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58994"/>
            <a:ext cx="10515600" cy="1325563"/>
          </a:xfrm>
        </p:spPr>
        <p:txBody>
          <a:bodyPr/>
          <a:lstStyle/>
          <a:p>
            <a:r>
              <a:rPr lang="en-GB" dirty="0" err="1"/>
              <a:t>Vận</a:t>
            </a:r>
            <a:r>
              <a:rPr lang="en-GB" dirty="0"/>
              <a:t> Phục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DD3D6D-0E74-7312-0EE2-3600D30A884F}"/>
              </a:ext>
            </a:extLst>
          </p:cNvPr>
          <p:cNvSpPr txBox="1"/>
          <p:nvPr/>
        </p:nvSpPr>
        <p:spPr>
          <a:xfrm>
            <a:off x="934064" y="947437"/>
            <a:ext cx="516193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A</a:t>
            </a:r>
          </a:p>
          <a:p>
            <a:r>
              <a:rPr lang="en-GB" sz="4000" dirty="0"/>
              <a:t>Â</a:t>
            </a:r>
            <a:r>
              <a:rPr lang="yue-Latn-001" sz="4000" dirty="0"/>
              <a:t> </a:t>
            </a:r>
            <a:r>
              <a:rPr lang="en-GB" sz="4000" dirty="0"/>
              <a:t>Ă</a:t>
            </a:r>
          </a:p>
          <a:p>
            <a:r>
              <a:rPr lang="en-GB" sz="4000" dirty="0"/>
              <a:t>E</a:t>
            </a:r>
          </a:p>
          <a:p>
            <a:r>
              <a:rPr lang="en-GB" sz="4000" dirty="0"/>
              <a:t>Ê/</a:t>
            </a:r>
            <a:r>
              <a:rPr lang="en-GB" sz="4000" dirty="0">
                <a:solidFill>
                  <a:srgbClr val="0070C0"/>
                </a:solidFill>
              </a:rPr>
              <a:t>ÂY</a:t>
            </a:r>
          </a:p>
          <a:p>
            <a:r>
              <a:rPr lang="en-GB" sz="4000" dirty="0"/>
              <a:t>I</a:t>
            </a:r>
          </a:p>
          <a:p>
            <a:r>
              <a:rPr lang="en-GB" sz="4000" dirty="0"/>
              <a:t>IÊ</a:t>
            </a:r>
          </a:p>
          <a:p>
            <a:r>
              <a:rPr lang="en-GB" sz="4000" dirty="0"/>
              <a:t>Y/</a:t>
            </a:r>
            <a:r>
              <a:rPr lang="en-GB" sz="4000" dirty="0">
                <a:solidFill>
                  <a:srgbClr val="0070C0"/>
                </a:solidFill>
              </a:rPr>
              <a:t>ƠI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D1E1B6-A95B-815F-6FC9-7B2FB04C696A}"/>
              </a:ext>
            </a:extLst>
          </p:cNvPr>
          <p:cNvSpPr txBox="1"/>
          <p:nvPr/>
        </p:nvSpPr>
        <p:spPr>
          <a:xfrm>
            <a:off x="6656438" y="947437"/>
            <a:ext cx="6096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dirty="0"/>
              <a:t>O</a:t>
            </a:r>
          </a:p>
          <a:p>
            <a:r>
              <a:rPr lang="en-GB" sz="4000" dirty="0"/>
              <a:t>Ô</a:t>
            </a:r>
          </a:p>
          <a:p>
            <a:r>
              <a:rPr lang="en-GB" sz="4000" dirty="0"/>
              <a:t>Ơ</a:t>
            </a:r>
          </a:p>
          <a:p>
            <a:r>
              <a:rPr lang="en-GB" sz="4000" dirty="0"/>
              <a:t>U</a:t>
            </a:r>
          </a:p>
          <a:p>
            <a:r>
              <a:rPr lang="en-GB" sz="4000" dirty="0"/>
              <a:t>UÂ</a:t>
            </a:r>
          </a:p>
          <a:p>
            <a:r>
              <a:rPr lang="en-GB" sz="4000" dirty="0"/>
              <a:t>Ư/</a:t>
            </a:r>
            <a:r>
              <a:rPr lang="en-GB" sz="4000" dirty="0">
                <a:solidFill>
                  <a:srgbClr val="FF0000"/>
                </a:solidFill>
              </a:rPr>
              <a:t>UYÊ/UO</a:t>
            </a:r>
          </a:p>
          <a:p>
            <a:r>
              <a:rPr lang="en-GB" sz="4000" dirty="0"/>
              <a:t>Ŭ</a:t>
            </a:r>
          </a:p>
          <a:p>
            <a:r>
              <a:rPr lang="en-GB" sz="4000" dirty="0"/>
              <a:t>ƯƠ/ƯA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0FB56-4AA0-7F21-4EEB-A3E9AA233C3F}"/>
              </a:ext>
            </a:extLst>
          </p:cNvPr>
          <p:cNvSpPr txBox="1"/>
          <p:nvPr/>
        </p:nvSpPr>
        <p:spPr>
          <a:xfrm>
            <a:off x="0" y="5583722"/>
            <a:ext cx="123591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yue-Latn-001" dirty="0"/>
              <a:t>ÂY, ƠI hệ chuyên-mùn dụng lầy ŧẻ Suần-Việt-Txŭ̀ ké vận-phục.</a:t>
            </a:r>
          </a:p>
          <a:p>
            <a:r>
              <a:rPr lang="yue-Latn-001" dirty="0"/>
              <a:t>UYÊ, UO hẩy Quong Châu vạ ké phát-yâm yât-dương hệ dụng lầy biểu sị m̀ thùng xường-họp để hạ ké yâm-vỵ</a:t>
            </a:r>
          </a:p>
          <a:p>
            <a:r>
              <a:rPr lang="yue-Latn-001" dirty="0"/>
              <a:t>Â, Ă ké phát-yâm ŧương-thùng, dụng lầy biểu sị m̀ thùng xường-họp để hạ ké yâm-vỵ thùng chính-ŧẻ.</a:t>
            </a:r>
          </a:p>
          <a:p>
            <a:r>
              <a:rPr lang="yue-Latn-001" dirty="0"/>
              <a:t>ƯA thùng ƯƠ nguyền-yâm ké phát-yâm huòn-txuyền yât dượng, phân-biết hệ ƯA vỵ-ư yâm-țiết ké țúi hậu-my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8872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C54CB-3F5B-4B8A-50B3-7CB2E3181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Vận</a:t>
            </a:r>
            <a:r>
              <a:rPr lang="en-GB" dirty="0"/>
              <a:t> </a:t>
            </a:r>
            <a:r>
              <a:rPr lang="en-GB" dirty="0" err="1"/>
              <a:t>Mỹ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DF59F-7F7B-7CC9-5AA3-67F1823D1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</a:t>
            </a:r>
          </a:p>
          <a:p>
            <a:r>
              <a:rPr lang="en-GB" dirty="0"/>
              <a:t>T</a:t>
            </a:r>
          </a:p>
          <a:p>
            <a:r>
              <a:rPr lang="en-GB" dirty="0"/>
              <a:t>C/CH</a:t>
            </a:r>
          </a:p>
          <a:p>
            <a:r>
              <a:rPr lang="en-GB" dirty="0"/>
              <a:t>M</a:t>
            </a:r>
          </a:p>
          <a:p>
            <a:r>
              <a:rPr lang="en-GB" dirty="0"/>
              <a:t>N</a:t>
            </a:r>
          </a:p>
          <a:p>
            <a:r>
              <a:rPr lang="en-GB" dirty="0"/>
              <a:t>NG/NH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4AD9FD-EB00-017F-86B9-9DA5A7B867E6}"/>
              </a:ext>
            </a:extLst>
          </p:cNvPr>
          <p:cNvSpPr txBox="1"/>
          <p:nvPr/>
        </p:nvSpPr>
        <p:spPr>
          <a:xfrm>
            <a:off x="838199" y="4978839"/>
            <a:ext cx="9210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Ngự</a:t>
            </a:r>
            <a:r>
              <a:rPr lang="en-GB" sz="2400" dirty="0"/>
              <a:t> </a:t>
            </a:r>
            <a:r>
              <a:rPr lang="en-GB" sz="2400" dirty="0" err="1"/>
              <a:t>kiến</a:t>
            </a:r>
            <a:r>
              <a:rPr lang="en-GB" sz="2400" dirty="0"/>
              <a:t> </a:t>
            </a:r>
            <a:r>
              <a:rPr lang="en-GB" sz="2400" dirty="0" err="1"/>
              <a:t>nguyền</a:t>
            </a:r>
            <a:r>
              <a:rPr lang="en-GB" sz="2400" dirty="0"/>
              <a:t> </a:t>
            </a:r>
            <a:r>
              <a:rPr lang="en-GB" sz="2400" dirty="0" err="1"/>
              <a:t>yâm</a:t>
            </a:r>
            <a:r>
              <a:rPr lang="en-GB" sz="2400" dirty="0"/>
              <a:t> A I Ê, </a:t>
            </a:r>
            <a:r>
              <a:rPr lang="en-GB" sz="2400" dirty="0" err="1"/>
              <a:t>sŭ</a:t>
            </a:r>
            <a:r>
              <a:rPr lang="en-GB" sz="2400" dirty="0"/>
              <a:t>̉-</a:t>
            </a:r>
            <a:r>
              <a:rPr lang="en-GB" sz="2400" dirty="0" err="1"/>
              <a:t>dụng</a:t>
            </a:r>
            <a:r>
              <a:rPr lang="en-GB" sz="2400" dirty="0"/>
              <a:t> </a:t>
            </a:r>
            <a:r>
              <a:rPr lang="en-GB" sz="2400" dirty="0" err="1"/>
              <a:t>vận-mỹ</a:t>
            </a:r>
            <a:r>
              <a:rPr lang="en-GB" sz="2400" dirty="0"/>
              <a:t> NH, </a:t>
            </a:r>
            <a:r>
              <a:rPr lang="en-GB" sz="2400" dirty="0" err="1"/>
              <a:t>lệ-nhừ</a:t>
            </a:r>
            <a:r>
              <a:rPr lang="en-GB" sz="2400" dirty="0"/>
              <a:t>: </a:t>
            </a:r>
            <a:r>
              <a:rPr lang="en-GB" sz="2400" dirty="0" err="1"/>
              <a:t>anh</a:t>
            </a:r>
            <a:r>
              <a:rPr lang="en-GB" sz="2400" dirty="0"/>
              <a:t>, </a:t>
            </a:r>
            <a:r>
              <a:rPr lang="en-GB" sz="2400" dirty="0" err="1"/>
              <a:t>inh</a:t>
            </a:r>
            <a:r>
              <a:rPr lang="en-GB" sz="2400" dirty="0"/>
              <a:t>, </a:t>
            </a:r>
            <a:r>
              <a:rPr lang="en-GB" sz="2400" dirty="0" err="1"/>
              <a:t>ênh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CDC515-76E4-B868-8EF2-D5CAF2EDD16B}"/>
              </a:ext>
            </a:extLst>
          </p:cNvPr>
          <p:cNvSpPr txBox="1"/>
          <p:nvPr/>
        </p:nvSpPr>
        <p:spPr>
          <a:xfrm>
            <a:off x="838199" y="5715298"/>
            <a:ext cx="833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Ngự</a:t>
            </a:r>
            <a:r>
              <a:rPr lang="en-GB" sz="2400" dirty="0"/>
              <a:t> </a:t>
            </a:r>
            <a:r>
              <a:rPr lang="en-GB" sz="2400" dirty="0" err="1"/>
              <a:t>kiến</a:t>
            </a:r>
            <a:r>
              <a:rPr lang="en-GB" sz="2400" dirty="0"/>
              <a:t> </a:t>
            </a:r>
            <a:r>
              <a:rPr lang="en-GB" sz="2400" dirty="0" err="1"/>
              <a:t>nguyền</a:t>
            </a:r>
            <a:r>
              <a:rPr lang="en-GB" sz="2400" dirty="0"/>
              <a:t> </a:t>
            </a:r>
            <a:r>
              <a:rPr lang="en-GB" sz="2400" dirty="0" err="1"/>
              <a:t>yâm</a:t>
            </a:r>
            <a:r>
              <a:rPr lang="en-GB" sz="2400" dirty="0"/>
              <a:t> A I, </a:t>
            </a:r>
            <a:r>
              <a:rPr lang="en-GB" sz="2400" dirty="0" err="1"/>
              <a:t>sŭ</a:t>
            </a:r>
            <a:r>
              <a:rPr lang="en-GB" sz="2400" dirty="0"/>
              <a:t>̉-</a:t>
            </a:r>
            <a:r>
              <a:rPr lang="en-GB" sz="2400" dirty="0" err="1"/>
              <a:t>dụng</a:t>
            </a:r>
            <a:r>
              <a:rPr lang="en-GB" sz="2400" dirty="0"/>
              <a:t> </a:t>
            </a:r>
            <a:r>
              <a:rPr lang="en-GB" sz="2400" dirty="0" err="1"/>
              <a:t>vận-mỹ</a:t>
            </a:r>
            <a:r>
              <a:rPr lang="en-GB" sz="2400" dirty="0"/>
              <a:t> CH, </a:t>
            </a:r>
            <a:r>
              <a:rPr lang="en-GB" sz="2400" dirty="0" err="1"/>
              <a:t>lệ-nhừ</a:t>
            </a:r>
            <a:r>
              <a:rPr lang="en-GB" sz="2400" dirty="0"/>
              <a:t>: ach, ich</a:t>
            </a:r>
          </a:p>
        </p:txBody>
      </p:sp>
    </p:spTree>
    <p:extLst>
      <p:ext uri="{BB962C8B-B14F-4D97-AF65-F5344CB8AC3E}">
        <p14:creationId xmlns:p14="http://schemas.microsoft.com/office/powerpoint/2010/main" val="2921860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E2988-7358-1C18-20C2-4DE70C4F4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Sinh-Điệu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C26BE-34D3-74E7-8B03-E5F1AA180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2355" y="1253331"/>
            <a:ext cx="200332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5400" b="1" cap="all" dirty="0"/>
              <a:t>◌</a:t>
            </a:r>
            <a:r>
              <a:rPr lang="yue-Latn-001" sz="5400" b="1" cap="all" dirty="0"/>
              <a:t> </a:t>
            </a:r>
            <a:endParaRPr lang="en-GB" sz="5400" cap="all" dirty="0"/>
          </a:p>
          <a:p>
            <a:pPr marL="0" indent="0">
              <a:buNone/>
            </a:pPr>
            <a:r>
              <a:rPr lang="en-GB" sz="5400" b="1" cap="all" dirty="0"/>
              <a:t>◌̉</a:t>
            </a:r>
            <a:endParaRPr lang="en-GB" sz="5400" cap="all" dirty="0"/>
          </a:p>
          <a:p>
            <a:pPr marL="0" indent="0">
              <a:buNone/>
            </a:pPr>
            <a:r>
              <a:rPr lang="en-GB" sz="5400" b="1" cap="all" dirty="0"/>
              <a:t>◌́</a:t>
            </a:r>
            <a:endParaRPr lang="en-GB" sz="5400" cap="all" dirty="0"/>
          </a:p>
          <a:p>
            <a:pPr marL="0" indent="0">
              <a:buNone/>
            </a:pPr>
            <a:r>
              <a:rPr lang="en-GB" sz="5400" b="1" cap="all" dirty="0"/>
              <a:t>◌̀</a:t>
            </a:r>
            <a:endParaRPr lang="en-GB" sz="5400" cap="all" dirty="0"/>
          </a:p>
          <a:p>
            <a:pPr marL="0" indent="0">
              <a:buNone/>
            </a:pPr>
            <a:r>
              <a:rPr lang="en-GB" sz="5400" b="1" cap="all" dirty="0"/>
              <a:t>◌̃</a:t>
            </a:r>
            <a:endParaRPr lang="en-GB" sz="5400" cap="all" dirty="0"/>
          </a:p>
          <a:p>
            <a:pPr marL="0" indent="0">
              <a:buNone/>
            </a:pPr>
            <a:r>
              <a:rPr lang="en-GB" sz="5400" b="1" cap="all" dirty="0"/>
              <a:t>◌̣ </a:t>
            </a:r>
            <a:endParaRPr lang="en-GB" sz="5400" cap="all" dirty="0"/>
          </a:p>
          <a:p>
            <a:endParaRPr lang="en-GB" sz="5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463A28-507B-DD69-56EC-809B7E785CE9}"/>
              </a:ext>
            </a:extLst>
          </p:cNvPr>
          <p:cNvSpPr txBox="1"/>
          <p:nvPr/>
        </p:nvSpPr>
        <p:spPr>
          <a:xfrm>
            <a:off x="8288594" y="1253331"/>
            <a:ext cx="356910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/>
              <a:t>T</a:t>
            </a:r>
            <a:r>
              <a:rPr lang="yue-Latn-001" sz="5400" dirty="0"/>
              <a:t>iêm</a:t>
            </a:r>
          </a:p>
          <a:p>
            <a:r>
              <a:rPr lang="en-GB" sz="5400" dirty="0"/>
              <a:t>Đ</a:t>
            </a:r>
            <a:r>
              <a:rPr lang="yue-Latn-001" sz="5400" dirty="0"/>
              <a:t>ẩu</a:t>
            </a:r>
          </a:p>
          <a:p>
            <a:r>
              <a:rPr lang="en-GB" sz="5400" dirty="0"/>
              <a:t>K</a:t>
            </a:r>
            <a:r>
              <a:rPr lang="yue-Latn-001" sz="5400" dirty="0"/>
              <a:t>hóng</a:t>
            </a:r>
          </a:p>
          <a:p>
            <a:r>
              <a:rPr lang="en-GB" sz="5400" dirty="0"/>
              <a:t>X</a:t>
            </a:r>
            <a:r>
              <a:rPr lang="yue-Latn-001" sz="5400" dirty="0"/>
              <a:t>ầm</a:t>
            </a:r>
          </a:p>
          <a:p>
            <a:r>
              <a:rPr lang="en-GB" sz="5400" dirty="0"/>
              <a:t>N</a:t>
            </a:r>
            <a:r>
              <a:rPr lang="yue-Latn-001" sz="5400" dirty="0"/>
              <a:t>gõng</a:t>
            </a:r>
          </a:p>
          <a:p>
            <a:r>
              <a:rPr lang="yue-Latn-001" sz="5400" dirty="0"/>
              <a:t>Hạ</a:t>
            </a:r>
          </a:p>
          <a:p>
            <a:endParaRPr lang="en-GB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B5A00-5545-CED0-EBBF-46ACF5CA30EB}"/>
              </a:ext>
            </a:extLst>
          </p:cNvPr>
          <p:cNvSpPr txBox="1"/>
          <p:nvPr/>
        </p:nvSpPr>
        <p:spPr>
          <a:xfrm>
            <a:off x="452284" y="1690688"/>
            <a:ext cx="52332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yue-Latn-001" sz="2400" dirty="0"/>
              <a:t>Việt-Ngữ dẫu 6 chủng yâm-điệu ké lụi-hình. </a:t>
            </a:r>
          </a:p>
          <a:p>
            <a:r>
              <a:rPr lang="yue-Latn-001" sz="2400" dirty="0"/>
              <a:t>Kế mài nhập-sinh, Việt Ngữ țủng-cụng dẫu 10 chủng sinh-điệu ké txình-phóng</a:t>
            </a:r>
          </a:p>
          <a:p>
            <a:r>
              <a:rPr lang="yue-Latn-001" sz="2400" dirty="0"/>
              <a:t>Ni lục chủng yâm-điệu ké lụi-hình phân biệt hệ:</a:t>
            </a:r>
          </a:p>
          <a:p>
            <a:r>
              <a:rPr lang="yue-Latn-001" sz="2400" dirty="0"/>
              <a:t>“tiêm, đẩu, khóng, xầm, ngõng, hạ.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744854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615CE-AE1E-8855-9100-9738331A5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Țụ̆-Mỗ ké phát yâm &amp; sư-ŧẻ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A0C72-6E2E-CDA7-2E66-3166B0007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yue-Latn-001" dirty="0"/>
              <a:t>Dĩ hạ, hệ </a:t>
            </a:r>
            <a:r>
              <a:rPr lang="en-GB" dirty="0" err="1"/>
              <a:t>mỗi</a:t>
            </a:r>
            <a:r>
              <a:rPr lang="yue-Latn-001" dirty="0"/>
              <a:t> có Việt Ngữ țụ̆-mỗ sư-ŧẻ phong-pháp ké káo-xình thùng </a:t>
            </a:r>
            <a:r>
              <a:rPr lang="en-GB" dirty="0" err="1"/>
              <a:t>mỗi</a:t>
            </a:r>
            <a:r>
              <a:rPr lang="yue-Latn-001" dirty="0"/>
              <a:t> có Việt Ngữ nguyền-yâm thùng phụ-yâm ké phát-yâm.</a:t>
            </a:r>
          </a:p>
          <a:p>
            <a:pPr marL="0" indent="0">
              <a:buNone/>
            </a:pPr>
            <a:r>
              <a:rPr lang="yue-Latn-001" dirty="0"/>
              <a:t>Việt Ngữ ké țụ̆-mỗ phân vỳ </a:t>
            </a:r>
            <a:r>
              <a:rPr lang="en-GB" dirty="0" err="1"/>
              <a:t>đại-khải</a:t>
            </a:r>
            <a:r>
              <a:rPr lang="yue-Latn-001" dirty="0"/>
              <a:t> thung ŧ</a:t>
            </a:r>
            <a:r>
              <a:rPr lang="en-GB" dirty="0"/>
              <a:t>ế-</a:t>
            </a:r>
            <a:r>
              <a:rPr lang="en-GB" dirty="0" err="1"/>
              <a:t>khải</a:t>
            </a:r>
            <a:r>
              <a:rPr lang="yue-Latn-001" dirty="0"/>
              <a:t>.</a:t>
            </a:r>
          </a:p>
          <a:p>
            <a:pPr marL="0" indent="0">
              <a:buNone/>
            </a:pPr>
            <a:r>
              <a:rPr lang="yue-Latn-001" dirty="0"/>
              <a:t>Txỉnh cóc vỵ học-săng lỏ xuât chỉ thùng bât yât txầy lầy liện-tập.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751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5964-5150-E4CA-C822-93C8C534F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A a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5DF2B-D6D3-32AE-20D1-2287CCF01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“a”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nguyền</a:t>
            </a:r>
            <a:r>
              <a:rPr lang="en-GB" dirty="0"/>
              <a:t> </a:t>
            </a:r>
            <a:r>
              <a:rPr lang="en-GB" dirty="0" err="1"/>
              <a:t>yâm</a:t>
            </a:r>
            <a:r>
              <a:rPr lang="en-GB" dirty="0"/>
              <a:t>. </a:t>
            </a:r>
            <a:r>
              <a:rPr lang="en-GB" dirty="0" err="1"/>
              <a:t>Khữ</a:t>
            </a:r>
            <a:r>
              <a:rPr lang="en-GB" dirty="0"/>
              <a:t>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 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biểu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đệ</a:t>
            </a:r>
            <a:r>
              <a:rPr lang="en-GB" dirty="0"/>
              <a:t> 1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. “A” </a:t>
            </a:r>
            <a:r>
              <a:rPr lang="en-GB" dirty="0" err="1"/>
              <a:t>đô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lầy</a:t>
            </a:r>
            <a:r>
              <a:rPr lang="en-GB" dirty="0"/>
              <a:t> </a:t>
            </a:r>
            <a:r>
              <a:rPr lang="en-GB" dirty="0" err="1"/>
              <a:t>biểu</a:t>
            </a:r>
            <a:r>
              <a:rPr lang="en-GB" dirty="0"/>
              <a:t> </a:t>
            </a:r>
            <a:r>
              <a:rPr lang="en-GB" dirty="0" err="1"/>
              <a:t>sị</a:t>
            </a:r>
            <a:r>
              <a:rPr lang="en-GB" dirty="0"/>
              <a:t> </a:t>
            </a:r>
            <a:r>
              <a:rPr lang="en-GB" dirty="0" err="1"/>
              <a:t>ngọi-lòi</a:t>
            </a:r>
            <a:r>
              <a:rPr lang="en-GB" dirty="0"/>
              <a:t> </a:t>
            </a:r>
            <a:r>
              <a:rPr lang="en-GB" dirty="0" err="1"/>
              <a:t>txŭ</a:t>
            </a:r>
            <a:r>
              <a:rPr lang="en-GB" dirty="0"/>
              <a:t>̀</a:t>
            </a:r>
          </a:p>
          <a:p>
            <a:r>
              <a:rPr lang="en-GB" dirty="0" err="1"/>
              <a:t>Phát-yâm</a:t>
            </a:r>
            <a:r>
              <a:rPr lang="en-GB" dirty="0"/>
              <a:t>:[a]</a:t>
            </a:r>
          </a:p>
          <a:p>
            <a:r>
              <a:rPr lang="en-GB" dirty="0" err="1"/>
              <a:t>Lò-Mã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: a</a:t>
            </a:r>
          </a:p>
          <a:p>
            <a:r>
              <a:rPr lang="en-GB" dirty="0" err="1"/>
              <a:t>Yênh-mằn-mèng</a:t>
            </a:r>
            <a:r>
              <a:rPr lang="en-GB" dirty="0"/>
              <a:t>: [</a:t>
            </a:r>
            <a:r>
              <a:rPr lang="en-GB" dirty="0" err="1"/>
              <a:t>ei</a:t>
            </a:r>
            <a:r>
              <a:rPr lang="en-GB" dirty="0"/>
              <a:t>]</a:t>
            </a:r>
          </a:p>
          <a:p>
            <a:r>
              <a:rPr lang="en-GB" dirty="0" err="1"/>
              <a:t>Pý-dừ</a:t>
            </a:r>
            <a:r>
              <a:rPr lang="en-GB" dirty="0"/>
              <a:t>: </a:t>
            </a:r>
            <a:r>
              <a:rPr lang="yue-Latn-001" dirty="0"/>
              <a:t>bà-ba;</a:t>
            </a:r>
            <a:r>
              <a:rPr lang="en-GB" dirty="0"/>
              <a:t> </a:t>
            </a:r>
            <a:r>
              <a:rPr lang="en-GB" dirty="0" err="1"/>
              <a:t>ngầu-pà</a:t>
            </a:r>
            <a:r>
              <a:rPr lang="yue-Latn-001" dirty="0"/>
              <a:t>; </a:t>
            </a:r>
            <a:r>
              <a:rPr lang="en-GB" dirty="0"/>
              <a:t>A-</a:t>
            </a:r>
            <a:r>
              <a:rPr lang="en-GB" dirty="0" err="1"/>
              <a:t>txan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9533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3C52-80B3-3254-BB77-94FDF36F6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743" y="365125"/>
            <a:ext cx="10515600" cy="1325563"/>
          </a:xfrm>
        </p:spPr>
        <p:txBody>
          <a:bodyPr/>
          <a:lstStyle/>
          <a:p>
            <a:r>
              <a:rPr lang="yue-Latn-001" dirty="0"/>
              <a:t>ŧẻ țụ̆-mỗ “A”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A2083D2-D052-D216-5279-D5F2C642FA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821" y="1371319"/>
            <a:ext cx="3621436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7DAC66-A643-28D8-E048-C39A0DB307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7" t="6307" r="16264" b="24158"/>
          <a:stretch>
            <a:fillRect/>
          </a:stretch>
        </p:blipFill>
        <p:spPr>
          <a:xfrm>
            <a:off x="3982064" y="365125"/>
            <a:ext cx="4227871" cy="47686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18D19A-8A31-618A-91E8-F59D665CD971}"/>
              </a:ext>
            </a:extLst>
          </p:cNvPr>
          <p:cNvSpPr txBox="1"/>
          <p:nvPr/>
        </p:nvSpPr>
        <p:spPr>
          <a:xfrm>
            <a:off x="186813" y="1561829"/>
            <a:ext cx="379525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yue-Latn-001" sz="2400" dirty="0"/>
              <a:t>Txỉnh dụng bât thùng chỉ liện-țập ŧe țụ̆-mỗ A.</a:t>
            </a:r>
          </a:p>
          <a:p>
            <a:r>
              <a:rPr lang="yue-Latn-001" sz="2400" dirty="0"/>
              <a:t>Mỗi-có Việt-Ngữ țụ̆-mỗ đô dẫu </a:t>
            </a:r>
            <a:r>
              <a:rPr lang="en-GB" sz="2400" dirty="0" err="1"/>
              <a:t>đại-khải</a:t>
            </a:r>
            <a:r>
              <a:rPr lang="yue-Latn-001" sz="2400" dirty="0"/>
              <a:t> thùng ŧ</a:t>
            </a:r>
            <a:r>
              <a:rPr lang="en-GB" sz="2400" dirty="0"/>
              <a:t>ế-</a:t>
            </a:r>
            <a:r>
              <a:rPr lang="en-GB" sz="2400" dirty="0" err="1"/>
              <a:t>khải</a:t>
            </a:r>
            <a:r>
              <a:rPr lang="yue-Latn-001" sz="2400" dirty="0"/>
              <a:t> lưỡng chững cách-sich.</a:t>
            </a:r>
            <a:endParaRPr lang="en-GB" sz="2400" dirty="0"/>
          </a:p>
          <a:p>
            <a:r>
              <a:rPr lang="en-GB" sz="2400" dirty="0" err="1"/>
              <a:t>đại-khải</a:t>
            </a:r>
            <a:r>
              <a:rPr lang="yue-Latn-001" sz="2400" dirty="0"/>
              <a:t> ké A, sẩu-ŧiên ŧẻ yât có tiêm, nhiền-hậu thiêm yât có vành hẩy chung-kan.</a:t>
            </a:r>
          </a:p>
          <a:p>
            <a:r>
              <a:rPr lang="yue-Latn-001" sz="2400" dirty="0"/>
              <a:t>Ŧ</a:t>
            </a:r>
            <a:r>
              <a:rPr lang="en-GB" sz="2400" dirty="0"/>
              <a:t>ế-</a:t>
            </a:r>
            <a:r>
              <a:rPr lang="en-GB" sz="2400" dirty="0" err="1"/>
              <a:t>khải</a:t>
            </a:r>
            <a:r>
              <a:rPr lang="yue-Latn-001" sz="2400" dirty="0"/>
              <a:t> ké a, sẩu-ŧiên ŧẻ yât có huyên, nhiền-hâu, hẩy dậu-sẩu-biên thiêm mài yât có đuỏn ké sự.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83457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D0D81-0BCE-AE4E-7AA5-043D81B3A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Ă ă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A22C1-1DFE-B3D5-A562-30E190875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“ă”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țúi</a:t>
            </a:r>
            <a:r>
              <a:rPr lang="en-GB" dirty="0"/>
              <a:t> </a:t>
            </a:r>
            <a:r>
              <a:rPr lang="en-GB" dirty="0" err="1"/>
              <a:t>sường</a:t>
            </a:r>
            <a:r>
              <a:rPr lang="en-GB" dirty="0"/>
              <a:t> </a:t>
            </a:r>
            <a:r>
              <a:rPr lang="en-GB" dirty="0" err="1"/>
              <a:t>kiến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Việt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nguyền</a:t>
            </a:r>
            <a:r>
              <a:rPr lang="en-GB" dirty="0"/>
              <a:t> </a:t>
            </a:r>
            <a:r>
              <a:rPr lang="en-GB" dirty="0" err="1"/>
              <a:t>yâm</a:t>
            </a:r>
            <a:r>
              <a:rPr lang="en-GB" dirty="0"/>
              <a:t>. </a:t>
            </a:r>
            <a:r>
              <a:rPr lang="en-GB" dirty="0" err="1"/>
              <a:t>Khữ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phát-yâm</a:t>
            </a:r>
            <a:r>
              <a:rPr lang="en-GB" dirty="0"/>
              <a:t> </a:t>
            </a:r>
            <a:r>
              <a:rPr lang="en-GB" dirty="0" err="1"/>
              <a:t>thùng</a:t>
            </a:r>
            <a:r>
              <a:rPr lang="en-GB" dirty="0"/>
              <a:t> “â“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dượng</a:t>
            </a:r>
            <a:r>
              <a:rPr lang="en-GB" dirty="0"/>
              <a:t>. </a:t>
            </a:r>
            <a:r>
              <a:rPr lang="en-GB" dirty="0" err="1"/>
              <a:t>Bât-quó</a:t>
            </a:r>
            <a:r>
              <a:rPr lang="en-GB" dirty="0"/>
              <a:t>, </a:t>
            </a:r>
            <a:r>
              <a:rPr lang="en-GB" dirty="0" err="1"/>
              <a:t>nhừ-quỏ</a:t>
            </a:r>
            <a:r>
              <a:rPr lang="en-GB" dirty="0"/>
              <a:t> </a:t>
            </a:r>
            <a:r>
              <a:rPr lang="en-GB" dirty="0" err="1"/>
              <a:t>hậu</a:t>
            </a:r>
            <a:r>
              <a:rPr lang="en-GB" dirty="0"/>
              <a:t> </a:t>
            </a:r>
            <a:r>
              <a:rPr lang="en-GB" dirty="0" err="1"/>
              <a:t>bịn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vận-mỹ</a:t>
            </a:r>
            <a:r>
              <a:rPr lang="en-GB" dirty="0"/>
              <a:t> </a:t>
            </a:r>
            <a:r>
              <a:rPr lang="en-GB" dirty="0" err="1"/>
              <a:t>hê</a:t>
            </a:r>
            <a:r>
              <a:rPr lang="en-GB" dirty="0"/>
              <a:t> “ng” </a:t>
            </a:r>
            <a:r>
              <a:rPr lang="en-GB" dirty="0" err="1"/>
              <a:t>thung</a:t>
            </a:r>
            <a:r>
              <a:rPr lang="en-GB" dirty="0"/>
              <a:t> “c” </a:t>
            </a:r>
            <a:r>
              <a:rPr lang="en-GB" dirty="0" err="1"/>
              <a:t>țựu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yếu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khữ</a:t>
            </a:r>
            <a:r>
              <a:rPr lang="en-GB" dirty="0"/>
              <a:t> </a:t>
            </a:r>
            <a:r>
              <a:rPr lang="en-GB" dirty="0" err="1"/>
              <a:t>lớ</a:t>
            </a:r>
            <a:r>
              <a:rPr lang="en-GB" dirty="0"/>
              <a:t>, </a:t>
            </a:r>
            <a:r>
              <a:rPr lang="en-GB" dirty="0" err="1"/>
              <a:t>hảu-txŭ</a:t>
            </a:r>
            <a:r>
              <a:rPr lang="en-GB" dirty="0"/>
              <a:t>̣ “</a:t>
            </a:r>
            <a:r>
              <a:rPr lang="en-GB" dirty="0" err="1"/>
              <a:t>ăng</a:t>
            </a:r>
            <a:r>
              <a:rPr lang="en-GB" dirty="0"/>
              <a:t>” “</a:t>
            </a:r>
            <a:r>
              <a:rPr lang="en-GB" dirty="0" err="1"/>
              <a:t>ăc</a:t>
            </a:r>
            <a:r>
              <a:rPr lang="en-GB" dirty="0"/>
              <a:t>”. “</a:t>
            </a:r>
            <a:r>
              <a:rPr lang="en-GB" dirty="0" err="1"/>
              <a:t>ăn</a:t>
            </a:r>
            <a:r>
              <a:rPr lang="en-GB" dirty="0"/>
              <a:t>” </a:t>
            </a:r>
            <a:r>
              <a:rPr lang="en-GB" dirty="0" err="1"/>
              <a:t>vận-mỗ</a:t>
            </a:r>
            <a:r>
              <a:rPr lang="en-GB" dirty="0"/>
              <a:t> </a:t>
            </a:r>
            <a:r>
              <a:rPr lang="en-GB" dirty="0" err="1"/>
              <a:t>hẩy</a:t>
            </a:r>
            <a:r>
              <a:rPr lang="en-GB" dirty="0"/>
              <a:t> </a:t>
            </a:r>
            <a:r>
              <a:rPr lang="en-GB" dirty="0" err="1"/>
              <a:t>Thòi</a:t>
            </a:r>
            <a:r>
              <a:rPr lang="en-GB" dirty="0"/>
              <a:t> San </a:t>
            </a:r>
            <a:r>
              <a:rPr lang="en-GB" dirty="0" err="1"/>
              <a:t>vạ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phat </a:t>
            </a:r>
            <a:r>
              <a:rPr lang="en-GB" dirty="0" err="1"/>
              <a:t>yâm</a:t>
            </a:r>
            <a:r>
              <a:rPr lang="en-GB" dirty="0"/>
              <a:t> </a:t>
            </a:r>
            <a:r>
              <a:rPr lang="en-GB" dirty="0" err="1"/>
              <a:t>hệ</a:t>
            </a:r>
            <a:r>
              <a:rPr lang="en-GB" dirty="0"/>
              <a:t> [un]</a:t>
            </a:r>
          </a:p>
          <a:p>
            <a:r>
              <a:rPr lang="en-GB" dirty="0" err="1"/>
              <a:t>Phát-yâm</a:t>
            </a:r>
            <a:r>
              <a:rPr lang="en-GB" dirty="0"/>
              <a:t>: [ɐ]</a:t>
            </a:r>
            <a:endParaRPr lang="yue-Latn-001" dirty="0"/>
          </a:p>
          <a:p>
            <a:r>
              <a:rPr lang="en-GB" dirty="0" err="1"/>
              <a:t>mèng</a:t>
            </a:r>
            <a:r>
              <a:rPr lang="yue-Latn-001" dirty="0"/>
              <a:t>: ă; ngạnh ké ă</a:t>
            </a:r>
            <a:endParaRPr lang="en-GB" dirty="0"/>
          </a:p>
          <a:p>
            <a:r>
              <a:rPr lang="en-GB" dirty="0" err="1"/>
              <a:t>Pý-dừ</a:t>
            </a:r>
            <a:r>
              <a:rPr lang="en-GB" dirty="0"/>
              <a:t>: </a:t>
            </a:r>
            <a:r>
              <a:rPr lang="en-GB" dirty="0" err="1"/>
              <a:t>đăng-ký</a:t>
            </a:r>
            <a:r>
              <a:rPr lang="en-GB" dirty="0"/>
              <a:t>; </a:t>
            </a:r>
            <a:r>
              <a:rPr lang="en-GB" dirty="0" err="1"/>
              <a:t>đặc-biệt</a:t>
            </a:r>
            <a:r>
              <a:rPr lang="en-GB" dirty="0"/>
              <a:t>; </a:t>
            </a:r>
            <a:r>
              <a:rPr lang="en-GB" dirty="0" err="1"/>
              <a:t>mằn-phát</a:t>
            </a:r>
            <a:r>
              <a:rPr lang="en-GB" dirty="0"/>
              <a:t>, </a:t>
            </a:r>
            <a:r>
              <a:rPr lang="en-GB" dirty="0" err="1"/>
              <a:t>mặt-lỹ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5636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AA074-0C1D-E59D-558F-9041C7A01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</a:t>
            </a:r>
            <a:r>
              <a:rPr lang="en-GB" dirty="0"/>
              <a:t>Ă</a:t>
            </a:r>
            <a:r>
              <a:rPr lang="yue-Latn-001" dirty="0"/>
              <a:t>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E0E31F-B5E4-77B9-3199-E3B97A1B64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8467" y="1940560"/>
            <a:ext cx="3380290" cy="40303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D91218-C5DC-5F87-0BCA-C01966B0F8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92" t="1628" r="15696" b="23557"/>
          <a:stretch>
            <a:fillRect/>
          </a:stretch>
        </p:blipFill>
        <p:spPr>
          <a:xfrm>
            <a:off x="4602480" y="284480"/>
            <a:ext cx="4470400" cy="5130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09CE09-E328-BE5A-6774-6DBFC8E93595}"/>
              </a:ext>
            </a:extLst>
          </p:cNvPr>
          <p:cNvSpPr txBox="1"/>
          <p:nvPr/>
        </p:nvSpPr>
        <p:spPr>
          <a:xfrm>
            <a:off x="254753" y="2018159"/>
            <a:ext cx="42570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err="1"/>
              <a:t>Țŭ</a:t>
            </a:r>
            <a:r>
              <a:rPr lang="en-GB" sz="3600" dirty="0"/>
              <a:t>̣-</a:t>
            </a:r>
            <a:r>
              <a:rPr lang="en-GB" sz="3600" dirty="0" err="1"/>
              <a:t>mỗ</a:t>
            </a:r>
            <a:r>
              <a:rPr lang="en-GB" sz="3600" dirty="0"/>
              <a:t> Ă, </a:t>
            </a:r>
            <a:r>
              <a:rPr lang="en-GB" sz="3600" dirty="0" err="1"/>
              <a:t>hảu-txŭ</a:t>
            </a:r>
            <a:r>
              <a:rPr lang="en-GB" sz="3600" dirty="0"/>
              <a:t>̣ </a:t>
            </a:r>
            <a:r>
              <a:rPr lang="en-GB" sz="3600" dirty="0" err="1"/>
              <a:t>hệ</a:t>
            </a:r>
            <a:r>
              <a:rPr lang="en-GB" sz="3600" dirty="0"/>
              <a:t> </a:t>
            </a:r>
            <a:r>
              <a:rPr lang="en-GB" sz="3600" dirty="0" err="1"/>
              <a:t>hẩy</a:t>
            </a:r>
            <a:r>
              <a:rPr lang="en-GB" sz="3600" dirty="0"/>
              <a:t> </a:t>
            </a:r>
            <a:r>
              <a:rPr lang="en-GB" sz="3600" dirty="0" err="1"/>
              <a:t>țŭ</a:t>
            </a:r>
            <a:r>
              <a:rPr lang="en-GB" sz="3600" dirty="0"/>
              <a:t>̣-</a:t>
            </a:r>
            <a:r>
              <a:rPr lang="en-GB" sz="3600" dirty="0" err="1"/>
              <a:t>mỗ</a:t>
            </a:r>
            <a:r>
              <a:rPr lang="en-GB" sz="3600" dirty="0"/>
              <a:t> A </a:t>
            </a:r>
            <a:r>
              <a:rPr lang="en-GB" sz="3600" dirty="0" err="1"/>
              <a:t>ké</a:t>
            </a:r>
            <a:r>
              <a:rPr lang="en-GB" sz="3600" dirty="0"/>
              <a:t> </a:t>
            </a:r>
            <a:r>
              <a:rPr lang="en-GB" sz="3600" dirty="0" err="1"/>
              <a:t>thầu</a:t>
            </a:r>
            <a:r>
              <a:rPr lang="en-GB" sz="3600" dirty="0"/>
              <a:t> </a:t>
            </a:r>
            <a:r>
              <a:rPr lang="en-GB" sz="3600" dirty="0" err="1"/>
              <a:t>sượng</a:t>
            </a:r>
            <a:r>
              <a:rPr lang="en-GB" sz="3600" dirty="0"/>
              <a:t> </a:t>
            </a:r>
            <a:r>
              <a:rPr lang="en-GB" sz="3600" dirty="0" err="1"/>
              <a:t>sanh</a:t>
            </a:r>
            <a:r>
              <a:rPr lang="en-GB" sz="3600" dirty="0"/>
              <a:t> </a:t>
            </a:r>
            <a:r>
              <a:rPr lang="en-GB" sz="3600" dirty="0" err="1"/>
              <a:t>chỏ</a:t>
            </a:r>
            <a:r>
              <a:rPr lang="en-GB" sz="3600" dirty="0"/>
              <a:t> </a:t>
            </a:r>
            <a:r>
              <a:rPr lang="en-GB" sz="3600" dirty="0" err="1"/>
              <a:t>yât</a:t>
            </a:r>
            <a:r>
              <a:rPr lang="en-GB" sz="3600" dirty="0"/>
              <a:t> </a:t>
            </a:r>
            <a:r>
              <a:rPr lang="en-GB" sz="3600" dirty="0" err="1"/>
              <a:t>đúi</a:t>
            </a:r>
            <a:r>
              <a:rPr lang="en-GB" sz="3600" dirty="0"/>
              <a:t> “</a:t>
            </a:r>
            <a:r>
              <a:rPr lang="en-GB" sz="3600" dirty="0" err="1"/>
              <a:t>kóc</a:t>
            </a:r>
            <a:r>
              <a:rPr lang="en-GB" sz="3600" dirty="0"/>
              <a:t>”</a:t>
            </a:r>
            <a:r>
              <a:rPr lang="yue-Latn-001" sz="3600" dirty="0"/>
              <a:t>.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501660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9856-B8EE-F431-2DE8-FA021B8A1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Â â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904EB-AD6E-7C14-5C06-9C64D1B29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“â” </a:t>
            </a:r>
            <a:r>
              <a:rPr lang="en-GB" dirty="0" err="1"/>
              <a:t>hệ</a:t>
            </a:r>
            <a:r>
              <a:rPr lang="en-GB" dirty="0"/>
              <a:t> Việt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țúi</a:t>
            </a:r>
            <a:r>
              <a:rPr lang="en-GB" dirty="0"/>
              <a:t> </a:t>
            </a:r>
            <a:r>
              <a:rPr lang="en-GB" dirty="0" err="1"/>
              <a:t>sường-kiến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nguyền</a:t>
            </a:r>
            <a:r>
              <a:rPr lang="en-GB" dirty="0"/>
              <a:t> </a:t>
            </a:r>
            <a:r>
              <a:rPr lang="en-GB" dirty="0" err="1"/>
              <a:t>yâm</a:t>
            </a:r>
            <a:r>
              <a:rPr lang="en-GB" dirty="0"/>
              <a:t>. “â“ </a:t>
            </a:r>
            <a:r>
              <a:rPr lang="en-GB" dirty="0" err="1"/>
              <a:t>hẩy</a:t>
            </a:r>
            <a:r>
              <a:rPr lang="en-GB" dirty="0"/>
              <a:t> </a:t>
            </a:r>
            <a:r>
              <a:rPr lang="en-GB" dirty="0" err="1"/>
              <a:t>Thòi</a:t>
            </a:r>
            <a:r>
              <a:rPr lang="en-GB" dirty="0"/>
              <a:t> San </a:t>
            </a:r>
            <a:r>
              <a:rPr lang="en-GB" dirty="0" err="1"/>
              <a:t>vạ</a:t>
            </a:r>
            <a:r>
              <a:rPr lang="en-GB" dirty="0"/>
              <a:t> </a:t>
            </a:r>
            <a:r>
              <a:rPr lang="en-GB" dirty="0" err="1"/>
              <a:t>dập-miện</a:t>
            </a:r>
            <a:r>
              <a:rPr lang="en-GB" dirty="0"/>
              <a:t> </a:t>
            </a:r>
            <a:r>
              <a:rPr lang="en-GB" dirty="0" err="1"/>
              <a:t>kinh-sường</a:t>
            </a:r>
            <a:r>
              <a:rPr lang="en-GB" dirty="0"/>
              <a:t> </a:t>
            </a:r>
            <a:r>
              <a:rPr lang="en-GB" dirty="0" err="1"/>
              <a:t>vội</a:t>
            </a:r>
            <a:r>
              <a:rPr lang="en-GB" dirty="0"/>
              <a:t> </a:t>
            </a:r>
            <a:r>
              <a:rPr lang="en-GB" dirty="0" err="1"/>
              <a:t>biến-sình</a:t>
            </a:r>
            <a:r>
              <a:rPr lang="en-GB" dirty="0"/>
              <a:t> [</a:t>
            </a:r>
            <a:r>
              <a:rPr lang="en-GB" dirty="0" err="1"/>
              <a:t>i</a:t>
            </a:r>
            <a:r>
              <a:rPr lang="en-GB" dirty="0"/>
              <a:t>]</a:t>
            </a:r>
            <a:r>
              <a:rPr lang="yue-Latn-001" dirty="0"/>
              <a:t> vạch-chẻ</a:t>
            </a:r>
            <a:r>
              <a:rPr lang="en-GB" dirty="0"/>
              <a:t> [ə]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phát</a:t>
            </a:r>
            <a:r>
              <a:rPr lang="en-GB" dirty="0"/>
              <a:t> </a:t>
            </a:r>
            <a:r>
              <a:rPr lang="en-GB" dirty="0" err="1"/>
              <a:t>yâm</a:t>
            </a:r>
            <a:r>
              <a:rPr lang="en-GB" dirty="0"/>
              <a:t>.</a:t>
            </a:r>
          </a:p>
          <a:p>
            <a:r>
              <a:rPr lang="en-GB" dirty="0" err="1"/>
              <a:t>Phát-yâm</a:t>
            </a:r>
            <a:r>
              <a:rPr lang="en-GB" dirty="0"/>
              <a:t>: [ɐ]</a:t>
            </a:r>
            <a:endParaRPr lang="yue-Latn-001" dirty="0"/>
          </a:p>
          <a:p>
            <a:r>
              <a:rPr lang="en-GB" dirty="0" err="1"/>
              <a:t>mèng</a:t>
            </a:r>
            <a:r>
              <a:rPr lang="yue-Latn-001" dirty="0"/>
              <a:t>: â; nhuyễn ké â</a:t>
            </a:r>
            <a:endParaRPr lang="en-GB" dirty="0"/>
          </a:p>
          <a:p>
            <a:r>
              <a:rPr lang="en-GB" dirty="0" err="1"/>
              <a:t>Pý-dừ</a:t>
            </a:r>
            <a:r>
              <a:rPr lang="en-GB" dirty="0"/>
              <a:t>: </a:t>
            </a:r>
            <a:r>
              <a:rPr lang="en-GB" dirty="0" err="1"/>
              <a:t>nhần-mần</a:t>
            </a:r>
            <a:r>
              <a:rPr lang="yue-Latn-001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2412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90A5F-9C2E-2992-F86A-4651F439E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</a:t>
            </a:r>
            <a:r>
              <a:rPr lang="en-GB" dirty="0"/>
              <a:t>Â</a:t>
            </a:r>
            <a:r>
              <a:rPr lang="yue-Latn-001" dirty="0"/>
              <a:t>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EBE2CC-65D8-20FF-5FA5-2BA5A41151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5" r="15274" b="23342"/>
          <a:stretch>
            <a:fillRect/>
          </a:stretch>
        </p:blipFill>
        <p:spPr>
          <a:xfrm>
            <a:off x="4765039" y="622919"/>
            <a:ext cx="4358641" cy="50565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17996D-E3B6-BA33-E316-2FBFFE8F3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36" b="13141"/>
          <a:stretch>
            <a:fillRect/>
          </a:stretch>
        </p:blipFill>
        <p:spPr>
          <a:xfrm>
            <a:off x="9337040" y="2295986"/>
            <a:ext cx="2854960" cy="33834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93B854-00C1-2ECF-B2D6-CA84A95598A1}"/>
              </a:ext>
            </a:extLst>
          </p:cNvPr>
          <p:cNvSpPr txBox="1"/>
          <p:nvPr/>
        </p:nvSpPr>
        <p:spPr>
          <a:xfrm>
            <a:off x="497839" y="2233387"/>
            <a:ext cx="43586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err="1"/>
              <a:t>Țŭ</a:t>
            </a:r>
            <a:r>
              <a:rPr lang="en-GB" sz="3600" dirty="0"/>
              <a:t>̣-</a:t>
            </a:r>
            <a:r>
              <a:rPr lang="en-GB" sz="3600" dirty="0" err="1"/>
              <a:t>mỗ</a:t>
            </a:r>
            <a:r>
              <a:rPr lang="en-GB" sz="3600" dirty="0"/>
              <a:t> Â, </a:t>
            </a:r>
            <a:r>
              <a:rPr lang="en-GB" sz="3600" dirty="0" err="1"/>
              <a:t>hảu-txŭ</a:t>
            </a:r>
            <a:r>
              <a:rPr lang="en-GB" sz="3600" dirty="0"/>
              <a:t>̣ </a:t>
            </a:r>
            <a:r>
              <a:rPr lang="en-GB" sz="3600" dirty="0" err="1"/>
              <a:t>hệ</a:t>
            </a:r>
            <a:r>
              <a:rPr lang="en-GB" sz="3600" dirty="0"/>
              <a:t> </a:t>
            </a:r>
            <a:r>
              <a:rPr lang="en-GB" sz="3600" dirty="0" err="1"/>
              <a:t>țŭ</a:t>
            </a:r>
            <a:r>
              <a:rPr lang="en-GB" sz="3600" dirty="0"/>
              <a:t>̣-</a:t>
            </a:r>
            <a:r>
              <a:rPr lang="en-GB" sz="3600" dirty="0" err="1"/>
              <a:t>mỗ</a:t>
            </a:r>
            <a:r>
              <a:rPr lang="en-GB" sz="3600" dirty="0"/>
              <a:t> A </a:t>
            </a:r>
            <a:r>
              <a:rPr lang="en-GB" sz="3600" dirty="0" err="1"/>
              <a:t>đái</a:t>
            </a:r>
            <a:r>
              <a:rPr lang="en-GB" sz="3600" dirty="0"/>
              <a:t> </a:t>
            </a:r>
            <a:r>
              <a:rPr lang="en-GB" sz="3600" dirty="0" err="1"/>
              <a:t>chỏ</a:t>
            </a:r>
            <a:r>
              <a:rPr lang="en-GB" sz="3600" dirty="0"/>
              <a:t> </a:t>
            </a:r>
            <a:r>
              <a:rPr lang="en-GB" sz="3600" dirty="0" err="1"/>
              <a:t>yât</a:t>
            </a:r>
            <a:r>
              <a:rPr lang="en-GB" sz="3600" dirty="0"/>
              <a:t> </a:t>
            </a:r>
            <a:r>
              <a:rPr lang="en-GB" sz="3600" dirty="0" err="1"/>
              <a:t>đỉnh</a:t>
            </a:r>
            <a:r>
              <a:rPr lang="en-GB" sz="3600" dirty="0"/>
              <a:t> </a:t>
            </a:r>
            <a:r>
              <a:rPr lang="yue-Latn-001" sz="3600" dirty="0"/>
              <a:t>“</a:t>
            </a:r>
            <a:r>
              <a:rPr lang="en-GB" sz="3600" dirty="0"/>
              <a:t>m</a:t>
            </a:r>
            <a:r>
              <a:rPr lang="yue-Latn-001" sz="3600" dirty="0"/>
              <a:t>ổ”.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736739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29322-8147-F674-80FD-CDAA1FA33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B b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E4435-7F96-EB4D-9670-F7F8809E8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“b”</a:t>
            </a:r>
            <a:r>
              <a:rPr lang="yue-Latn-001" dirty="0"/>
              <a:t> hệ Việt ngữ ké sinh-mỗ. Khữ hẩy củ Việt ngữ sì khỳ hệ yât có chục-yâm </a:t>
            </a:r>
            <a:r>
              <a:rPr lang="en-GB" dirty="0"/>
              <a:t>[ɓ]</a:t>
            </a:r>
            <a:r>
              <a:rPr lang="yue-Latn-001" dirty="0"/>
              <a:t>, bât quó, di-ka đo số ké Việt Ngữ vội đục khữ sình txinh-phá ké [p]. “B” đô xuât hiện hẩy ngọi-lòi txŭ̀ dập miện.</a:t>
            </a:r>
          </a:p>
          <a:p>
            <a:r>
              <a:rPr lang="yue-Latn-001" dirty="0"/>
              <a:t>Phát-yâm: </a:t>
            </a:r>
            <a:r>
              <a:rPr lang="en-GB" dirty="0"/>
              <a:t>[ɓ]</a:t>
            </a:r>
            <a:r>
              <a:rPr lang="yue-Latn-001" dirty="0"/>
              <a:t> [p]</a:t>
            </a:r>
          </a:p>
          <a:p>
            <a:r>
              <a:rPr lang="yue-Latn-001" dirty="0"/>
              <a:t>Lò-mã </a:t>
            </a:r>
            <a:r>
              <a:rPr lang="en-GB" dirty="0" err="1"/>
              <a:t>mèng</a:t>
            </a:r>
            <a:r>
              <a:rPr lang="yue-Latn-001" dirty="0"/>
              <a:t>: Be</a:t>
            </a:r>
          </a:p>
          <a:p>
            <a:r>
              <a:rPr lang="en-GB" dirty="0" err="1"/>
              <a:t>Yênh-mằn</a:t>
            </a:r>
            <a:r>
              <a:rPr lang="yue-Latn-001" dirty="0"/>
              <a:t>-</a:t>
            </a:r>
            <a:r>
              <a:rPr lang="en-GB" dirty="0" err="1"/>
              <a:t>mèng</a:t>
            </a:r>
            <a:r>
              <a:rPr lang="yue-Latn-001" dirty="0"/>
              <a:t>: Bi</a:t>
            </a:r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yue-Latn-001" dirty="0"/>
              <a:t>: bơ</a:t>
            </a:r>
          </a:p>
          <a:p>
            <a:r>
              <a:rPr lang="en-GB" dirty="0"/>
              <a:t>P</a:t>
            </a:r>
            <a:r>
              <a:rPr lang="yue-Latn-001" dirty="0"/>
              <a:t>ý-dừ: đả bo; bểnh; Bo-sị-tuẩn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6021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8574-FD72-1379-5098-B25E54D21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“B”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49C2FD-17DF-819E-F07B-F0297874C4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68"/>
          <a:stretch>
            <a:fillRect/>
          </a:stretch>
        </p:blipFill>
        <p:spPr>
          <a:xfrm>
            <a:off x="8780464" y="1331240"/>
            <a:ext cx="3238815" cy="40043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ED1691-F8D7-82E2-A316-B7AD99FF06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91" r="16417" b="24444"/>
          <a:stretch>
            <a:fillRect/>
          </a:stretch>
        </p:blipFill>
        <p:spPr>
          <a:xfrm>
            <a:off x="5529895" y="153987"/>
            <a:ext cx="3738250" cy="5181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D341FC-5A0F-FBC1-97E1-C86D28925BE2}"/>
              </a:ext>
            </a:extLst>
          </p:cNvPr>
          <p:cNvSpPr txBox="1"/>
          <p:nvPr/>
        </p:nvSpPr>
        <p:spPr>
          <a:xfrm>
            <a:off x="279402" y="2625527"/>
            <a:ext cx="49987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Đại-khải</a:t>
            </a:r>
            <a:r>
              <a:rPr lang="yue-Latn-001" sz="2400" dirty="0"/>
              <a:t> ké B, sẩu-ŧiên țụ̆ sượng nhì hạ ŧẻ yât có sự, nhiền-hậu hẩy dậu-sẩu-biên thiêm mài liền-țục ké lưỡng có huyên.</a:t>
            </a:r>
          </a:p>
          <a:p>
            <a:r>
              <a:rPr lang="yue-Latn-001" sz="2400" dirty="0"/>
              <a:t>Ŧ</a:t>
            </a:r>
            <a:r>
              <a:rPr lang="en-GB" sz="2400" dirty="0"/>
              <a:t>ế-</a:t>
            </a:r>
            <a:r>
              <a:rPr lang="en-GB" sz="2400" dirty="0" err="1"/>
              <a:t>khải</a:t>
            </a:r>
            <a:r>
              <a:rPr lang="yue-Latn-001" sz="2400" dirty="0"/>
              <a:t> ké b, sẩu-ŧiên ŧẻ yât có sự, nhiền-hậu hướng dậu-biên vạch yât có ŧế ké huyên chuyển sượng hứ, nhiền-hậu țói vạch yât có chuyển-chiết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30825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1F552-E155-9E79-6CDA-C65C7F9F2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3 </a:t>
            </a:r>
            <a:r>
              <a:rPr lang="en-GB" dirty="0" err="1"/>
              <a:t>chủng</a:t>
            </a:r>
            <a:r>
              <a:rPr lang="en-GB" dirty="0"/>
              <a:t> </a:t>
            </a:r>
            <a:r>
              <a:rPr lang="en-GB" dirty="0" err="1"/>
              <a:t>mèng-xinh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9EF64-E3BB-A3EE-A622-582228B3C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Việt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dẫu</a:t>
            </a:r>
            <a:r>
              <a:rPr lang="en-GB" dirty="0"/>
              <a:t> 3 </a:t>
            </a:r>
            <a:r>
              <a:rPr lang="en-GB" dirty="0" err="1"/>
              <a:t>chủng</a:t>
            </a:r>
            <a:r>
              <a:rPr lang="en-GB" dirty="0"/>
              <a:t> </a:t>
            </a:r>
            <a:r>
              <a:rPr lang="en-GB" dirty="0" err="1"/>
              <a:t>lụi-hình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mèng-xinh</a:t>
            </a:r>
            <a:r>
              <a:rPr lang="en-GB" dirty="0"/>
              <a:t>. </a:t>
            </a:r>
            <a:r>
              <a:rPr lang="en-GB" dirty="0" err="1"/>
              <a:t>Yênh-mằn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, 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, </a:t>
            </a:r>
            <a:r>
              <a:rPr lang="en-GB" dirty="0" err="1"/>
              <a:t>thùng</a:t>
            </a:r>
            <a:r>
              <a:rPr lang="en-GB" dirty="0"/>
              <a:t> </a:t>
            </a:r>
            <a:r>
              <a:rPr lang="en-GB" dirty="0" err="1"/>
              <a:t>Lò-mã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. </a:t>
            </a:r>
            <a:r>
              <a:rPr lang="en-GB" dirty="0" err="1"/>
              <a:t>Hẩy</a:t>
            </a:r>
            <a:r>
              <a:rPr lang="en-GB" dirty="0"/>
              <a:t> m̀ </a:t>
            </a:r>
            <a:r>
              <a:rPr lang="en-GB" dirty="0" err="1"/>
              <a:t>thùng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txình-phóng</a:t>
            </a:r>
            <a:r>
              <a:rPr lang="en-GB" dirty="0"/>
              <a:t>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hạ</a:t>
            </a:r>
            <a:r>
              <a:rPr lang="en-GB" dirty="0"/>
              <a:t> </a:t>
            </a:r>
            <a:r>
              <a:rPr lang="en-GB" dirty="0" err="1"/>
              <a:t>vỗi</a:t>
            </a:r>
            <a:r>
              <a:rPr lang="en-GB" dirty="0"/>
              <a:t> </a:t>
            </a:r>
            <a:r>
              <a:rPr lang="en-GB" dirty="0" err="1"/>
              <a:t>sŭ</a:t>
            </a:r>
            <a:r>
              <a:rPr lang="en-GB" dirty="0"/>
              <a:t>̉-</a:t>
            </a:r>
            <a:r>
              <a:rPr lang="en-GB" dirty="0" err="1"/>
              <a:t>dụng</a:t>
            </a:r>
            <a:r>
              <a:rPr lang="en-GB" dirty="0"/>
              <a:t> m̀-</a:t>
            </a:r>
            <a:r>
              <a:rPr lang="en-GB" dirty="0" err="1"/>
              <a:t>thùng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mểnh</a:t>
            </a:r>
            <a:r>
              <a:rPr lang="en-GB" dirty="0"/>
              <a:t>.</a:t>
            </a:r>
          </a:p>
          <a:p>
            <a:r>
              <a:rPr lang="en-GB" dirty="0"/>
              <a:t>Bình-</a:t>
            </a:r>
            <a:r>
              <a:rPr lang="en-GB" dirty="0" err="1"/>
              <a:t>phy</a:t>
            </a:r>
            <a:r>
              <a:rPr lang="en-GB" dirty="0"/>
              <a:t> </a:t>
            </a:r>
            <a:r>
              <a:rPr lang="en-GB" dirty="0" err="1"/>
              <a:t>mỗi-có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đô</a:t>
            </a:r>
            <a:r>
              <a:rPr lang="en-GB" dirty="0"/>
              <a:t> </a:t>
            </a:r>
            <a:r>
              <a:rPr lang="en-GB" dirty="0" err="1"/>
              <a:t>yủng-dẫu</a:t>
            </a:r>
            <a:r>
              <a:rPr lang="en-GB" dirty="0"/>
              <a:t> 3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mểnh</a:t>
            </a:r>
            <a:r>
              <a:rPr lang="en-GB" dirty="0"/>
              <a:t>. </a:t>
            </a:r>
            <a:r>
              <a:rPr lang="en-GB" dirty="0" err="1"/>
              <a:t>Yân-vỵ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hỷ-nguyền</a:t>
            </a:r>
            <a:r>
              <a:rPr lang="en-GB" dirty="0"/>
              <a:t>, </a:t>
            </a:r>
            <a:r>
              <a:rPr lang="en-GB" dirty="0" err="1"/>
              <a:t>dẫu</a:t>
            </a:r>
            <a:r>
              <a:rPr lang="en-GB" dirty="0"/>
              <a:t> </a:t>
            </a:r>
            <a:r>
              <a:rPr lang="en-GB" dirty="0" err="1"/>
              <a:t>ti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m-</a:t>
            </a:r>
            <a:r>
              <a:rPr lang="en-GB" dirty="0" err="1"/>
              <a:t>txồn</a:t>
            </a:r>
            <a:r>
              <a:rPr lang="en-GB" dirty="0"/>
              <a:t>-</a:t>
            </a:r>
            <a:r>
              <a:rPr lang="en-GB" dirty="0" err="1"/>
              <a:t>țọi</a:t>
            </a:r>
            <a:r>
              <a:rPr lang="en-GB" dirty="0"/>
              <a:t> </a:t>
            </a:r>
            <a:r>
              <a:rPr lang="en-GB" dirty="0" err="1"/>
              <a:t>khỳ</a:t>
            </a:r>
            <a:r>
              <a:rPr lang="en-GB" dirty="0"/>
              <a:t> </a:t>
            </a:r>
            <a:r>
              <a:rPr lang="en-GB" dirty="0" err="1"/>
              <a:t>chung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ti</a:t>
            </a:r>
            <a:r>
              <a:rPr lang="en-GB" dirty="0"/>
              <a:t> </a:t>
            </a:r>
            <a:r>
              <a:rPr lang="en-GB" dirty="0" err="1"/>
              <a:t>kong-pháp</a:t>
            </a:r>
            <a:r>
              <a:rPr lang="en-GB" dirty="0"/>
              <a:t>. </a:t>
            </a:r>
            <a:r>
              <a:rPr lang="en-GB" dirty="0" err="1"/>
              <a:t>Dẫu</a:t>
            </a:r>
            <a:r>
              <a:rPr lang="en-GB" dirty="0"/>
              <a:t> </a:t>
            </a:r>
            <a:r>
              <a:rPr lang="en-GB" dirty="0" err="1"/>
              <a:t>ti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m̀-</a:t>
            </a:r>
            <a:r>
              <a:rPr lang="en-GB" dirty="0" err="1"/>
              <a:t>thùng</a:t>
            </a:r>
            <a:r>
              <a:rPr lang="en-GB" dirty="0"/>
              <a:t> </a:t>
            </a:r>
            <a:r>
              <a:rPr lang="en-GB" dirty="0" err="1"/>
              <a:t>hỷ-nguyền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mểnh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phat-</a:t>
            </a:r>
            <a:r>
              <a:rPr lang="en-GB" dirty="0" err="1"/>
              <a:t>yâm</a:t>
            </a:r>
            <a:r>
              <a:rPr lang="en-GB" dirty="0"/>
              <a:t> chi </a:t>
            </a:r>
            <a:r>
              <a:rPr lang="en-GB" dirty="0" err="1"/>
              <a:t>kan</a:t>
            </a:r>
            <a:r>
              <a:rPr lang="en-GB" dirty="0"/>
              <a:t>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yât-dượng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7646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BFCED-5C78-3338-D914-D853BF76E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GB" dirty="0" err="1"/>
              <a:t>Yênh-mằn-mèng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CF32D-11DC-8C1A-C4E9-B1D55BAF5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hệ</a:t>
            </a:r>
            <a:r>
              <a:rPr lang="en-GB" dirty="0"/>
              <a:t> di-ka Hong-</a:t>
            </a:r>
            <a:r>
              <a:rPr lang="en-GB" dirty="0" err="1"/>
              <a:t>Kỏng</a:t>
            </a:r>
            <a:r>
              <a:rPr lang="en-GB" dirty="0"/>
              <a:t> </a:t>
            </a:r>
            <a:r>
              <a:rPr lang="en-GB" dirty="0" err="1"/>
              <a:t>nhần</a:t>
            </a:r>
            <a:r>
              <a:rPr lang="en-GB" dirty="0"/>
              <a:t> </a:t>
            </a:r>
            <a:r>
              <a:rPr lang="en-GB" dirty="0" err="1"/>
              <a:t>pình-sì</a:t>
            </a:r>
            <a:r>
              <a:rPr lang="en-GB" dirty="0"/>
              <a:t> </a:t>
            </a:r>
            <a:r>
              <a:rPr lang="en-GB" dirty="0" err="1"/>
              <a:t>kiếu</a:t>
            </a:r>
            <a:r>
              <a:rPr lang="en-GB" dirty="0"/>
              <a:t> </a:t>
            </a:r>
            <a:r>
              <a:rPr lang="en-GB" dirty="0" err="1"/>
              <a:t>mỗi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Yênh-mằn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phong-sich</a:t>
            </a:r>
            <a:r>
              <a:rPr lang="en-GB" dirty="0"/>
              <a:t>. </a:t>
            </a:r>
            <a:r>
              <a:rPr lang="en-GB" dirty="0" err="1"/>
              <a:t>Chử-yếu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hẩy</a:t>
            </a:r>
            <a:r>
              <a:rPr lang="en-GB" dirty="0"/>
              <a:t> </a:t>
            </a:r>
            <a:r>
              <a:rPr lang="en-GB" dirty="0" err="1"/>
              <a:t>cú-định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sŭ</a:t>
            </a:r>
            <a:r>
              <a:rPr lang="en-GB" dirty="0"/>
              <a:t>̉-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xường-kỉnh</a:t>
            </a:r>
            <a:r>
              <a:rPr lang="en-GB" dirty="0"/>
              <a:t> </a:t>
            </a:r>
            <a:r>
              <a:rPr lang="en-GB" dirty="0" err="1"/>
              <a:t>hạ</a:t>
            </a:r>
            <a:r>
              <a:rPr lang="en-GB" dirty="0"/>
              <a:t>, </a:t>
            </a:r>
            <a:r>
              <a:rPr lang="en-GB" dirty="0" err="1"/>
              <a:t>lệ-nhừ</a:t>
            </a:r>
            <a:r>
              <a:rPr lang="en-GB" dirty="0"/>
              <a:t>: A </a:t>
            </a:r>
            <a:r>
              <a:rPr lang="en-GB" dirty="0" err="1"/>
              <a:t>xan</a:t>
            </a:r>
            <a:r>
              <a:rPr lang="en-GB" dirty="0"/>
              <a:t>. </a:t>
            </a:r>
          </a:p>
          <a:p>
            <a:r>
              <a:rPr lang="en-GB" dirty="0"/>
              <a:t>M̀-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Yênh-mằn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Việt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Yênh-mằn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, </a:t>
            </a:r>
            <a:r>
              <a:rPr lang="en-GB" dirty="0" err="1"/>
              <a:t>lệ-nhừ</a:t>
            </a:r>
            <a:r>
              <a:rPr lang="en-GB" dirty="0"/>
              <a:t>: â ă ư ŭ ê ô ơ đ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5689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489C3-5A83-4572-4FF0-4FC57B14A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 &amp; </a:t>
            </a:r>
            <a:r>
              <a:rPr lang="en-GB" dirty="0" err="1"/>
              <a:t>țục</a:t>
            </a:r>
            <a:r>
              <a:rPr lang="en-GB" dirty="0"/>
              <a:t> </a:t>
            </a:r>
            <a:r>
              <a:rPr lang="en-GB" dirty="0" err="1"/>
              <a:t>xinh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F6CC0-2122-862B-D4EC-88E1B046C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-</a:t>
            </a:r>
            <a:r>
              <a:rPr lang="en-GB" dirty="0" err="1"/>
              <a:t>mèng</a:t>
            </a:r>
            <a:r>
              <a:rPr lang="en-GB" dirty="0"/>
              <a:t>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ni-có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bủn-sân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phụ-yâm</a:t>
            </a:r>
            <a:r>
              <a:rPr lang="en-GB" dirty="0"/>
              <a:t> </a:t>
            </a:r>
            <a:r>
              <a:rPr lang="en-GB" dirty="0" err="1"/>
              <a:t>vạch-chẻ</a:t>
            </a:r>
            <a:r>
              <a:rPr lang="en-GB" dirty="0"/>
              <a:t> </a:t>
            </a:r>
            <a:r>
              <a:rPr lang="en-GB" dirty="0" err="1"/>
              <a:t>nguyền-yâm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phong-sich</a:t>
            </a:r>
            <a:r>
              <a:rPr lang="en-GB" dirty="0"/>
              <a:t> </a:t>
            </a:r>
            <a:r>
              <a:rPr lang="en-GB" dirty="0" err="1"/>
              <a:t>lầy</a:t>
            </a:r>
            <a:r>
              <a:rPr lang="en-GB" dirty="0"/>
              <a:t> </a:t>
            </a:r>
            <a:r>
              <a:rPr lang="en-GB" dirty="0" err="1"/>
              <a:t>kiếu</a:t>
            </a:r>
            <a:r>
              <a:rPr lang="en-GB" dirty="0"/>
              <a:t> </a:t>
            </a:r>
            <a:r>
              <a:rPr lang="en-GB" dirty="0" err="1"/>
              <a:t>ni-có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phong-sich</a:t>
            </a:r>
            <a:r>
              <a:rPr lang="en-GB" dirty="0"/>
              <a:t>. 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 </a:t>
            </a:r>
            <a:r>
              <a:rPr lang="en-GB" dirty="0" err="1"/>
              <a:t>chử</a:t>
            </a:r>
            <a:r>
              <a:rPr lang="en-GB" dirty="0"/>
              <a:t> </a:t>
            </a:r>
            <a:r>
              <a:rPr lang="en-GB" dirty="0" err="1"/>
              <a:t>yếu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xuón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 </a:t>
            </a:r>
            <a:r>
              <a:rPr lang="en-GB" dirty="0" err="1"/>
              <a:t>thùng</a:t>
            </a:r>
            <a:r>
              <a:rPr lang="en-GB" dirty="0"/>
              <a:t> </a:t>
            </a:r>
            <a:r>
              <a:rPr lang="en-GB" dirty="0" err="1"/>
              <a:t>țóc-vỳ</a:t>
            </a:r>
            <a:r>
              <a:rPr lang="en-GB" dirty="0"/>
              <a:t> </a:t>
            </a:r>
            <a:r>
              <a:rPr lang="en-GB" dirty="0" err="1"/>
              <a:t>țục-xinh</a:t>
            </a:r>
            <a:r>
              <a:rPr lang="en-GB" dirty="0"/>
              <a:t>. </a:t>
            </a:r>
            <a:r>
              <a:rPr lang="en-GB" dirty="0" err="1"/>
              <a:t>Đo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țổ-sình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phụ-yâm</a:t>
            </a:r>
            <a:r>
              <a:rPr lang="en-GB" dirty="0"/>
              <a:t> </a:t>
            </a:r>
            <a:r>
              <a:rPr lang="en-GB" dirty="0" err="1"/>
              <a:t>thùng</a:t>
            </a:r>
            <a:r>
              <a:rPr lang="en-GB" dirty="0"/>
              <a:t> </a:t>
            </a:r>
            <a:r>
              <a:rPr lang="en-GB" dirty="0" err="1"/>
              <a:t>nguyền-yâm</a:t>
            </a:r>
            <a:r>
              <a:rPr lang="en-GB" dirty="0"/>
              <a:t> </a:t>
            </a:r>
            <a:r>
              <a:rPr lang="en-GB" dirty="0" err="1"/>
              <a:t>đô</a:t>
            </a:r>
            <a:r>
              <a:rPr lang="en-GB" dirty="0"/>
              <a:t> </a:t>
            </a:r>
            <a:r>
              <a:rPr lang="en-GB" dirty="0" err="1"/>
              <a:t>vỗi</a:t>
            </a:r>
            <a:r>
              <a:rPr lang="en-GB" dirty="0"/>
              <a:t> </a:t>
            </a:r>
            <a:r>
              <a:rPr lang="en-GB" dirty="0" err="1"/>
              <a:t>dẫu</a:t>
            </a:r>
            <a:r>
              <a:rPr lang="en-GB" dirty="0"/>
              <a:t> 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.</a:t>
            </a:r>
          </a:p>
          <a:p>
            <a:r>
              <a:rPr lang="en-GB" dirty="0"/>
              <a:t>Chuyên-</a:t>
            </a:r>
            <a:r>
              <a:rPr lang="en-GB" dirty="0" err="1"/>
              <a:t>mùn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lầy</a:t>
            </a:r>
            <a:r>
              <a:rPr lang="en-GB" dirty="0"/>
              <a:t> </a:t>
            </a:r>
            <a:r>
              <a:rPr lang="en-GB" dirty="0" err="1"/>
              <a:t>xuón</a:t>
            </a:r>
            <a:r>
              <a:rPr lang="en-GB" dirty="0"/>
              <a:t> </a:t>
            </a:r>
            <a:r>
              <a:rPr lang="en-GB" dirty="0" err="1"/>
              <a:t>ngọi-lòi</a:t>
            </a:r>
            <a:r>
              <a:rPr lang="en-GB" dirty="0"/>
              <a:t> </a:t>
            </a:r>
            <a:r>
              <a:rPr lang="en-GB" dirty="0" err="1"/>
              <a:t>txŭ</a:t>
            </a:r>
            <a:r>
              <a:rPr lang="en-GB" dirty="0"/>
              <a:t>̀ </a:t>
            </a:r>
            <a:r>
              <a:rPr lang="en-GB" dirty="0" err="1"/>
              <a:t>dậu</a:t>
            </a:r>
            <a:r>
              <a:rPr lang="en-GB" dirty="0"/>
              <a:t> 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cú-định</a:t>
            </a:r>
            <a:r>
              <a:rPr lang="en-GB" dirty="0"/>
              <a:t> </a:t>
            </a:r>
            <a:r>
              <a:rPr lang="en-GB" dirty="0" err="1"/>
              <a:t>phát-yâm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țựu</a:t>
            </a:r>
            <a:r>
              <a:rPr lang="en-GB" dirty="0"/>
              <a:t> </a:t>
            </a:r>
            <a:r>
              <a:rPr lang="en-GB" dirty="0" err="1"/>
              <a:t>mỗ</a:t>
            </a:r>
            <a:r>
              <a:rPr lang="en-GB" dirty="0"/>
              <a:t> 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, </a:t>
            </a:r>
            <a:r>
              <a:rPr lang="en-GB" dirty="0" err="1"/>
              <a:t>lệ-nhừ</a:t>
            </a:r>
            <a:r>
              <a:rPr lang="en-GB" dirty="0"/>
              <a:t>: f j w</a:t>
            </a:r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đặc-điểm</a:t>
            </a:r>
            <a:r>
              <a:rPr lang="en-GB" dirty="0"/>
              <a:t> </a:t>
            </a:r>
            <a:r>
              <a:rPr lang="en-GB" dirty="0" err="1"/>
              <a:t>hệ</a:t>
            </a:r>
            <a:r>
              <a:rPr lang="en-GB" dirty="0"/>
              <a:t>, </a:t>
            </a:r>
            <a:r>
              <a:rPr lang="en-GB" dirty="0" err="1"/>
              <a:t>hẩy</a:t>
            </a:r>
            <a:r>
              <a:rPr lang="en-GB" dirty="0"/>
              <a:t> </a:t>
            </a:r>
            <a:r>
              <a:rPr lang="en-GB" dirty="0" err="1"/>
              <a:t>mỗi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phụ-yâm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hậu-biên</a:t>
            </a:r>
            <a:r>
              <a:rPr lang="en-GB" dirty="0"/>
              <a:t> ka-</a:t>
            </a: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“ơ” </a:t>
            </a:r>
            <a:r>
              <a:rPr lang="en-GB" dirty="0" err="1"/>
              <a:t>vận-mỗ</a:t>
            </a:r>
            <a:r>
              <a:rPr lang="en-GB" dirty="0"/>
              <a:t>, K Kh H </a:t>
            </a:r>
            <a:r>
              <a:rPr lang="en-GB" dirty="0" err="1"/>
              <a:t>hậu</a:t>
            </a:r>
            <a:r>
              <a:rPr lang="en-GB" dirty="0"/>
              <a:t> </a:t>
            </a:r>
            <a:r>
              <a:rPr lang="en-GB" dirty="0" err="1"/>
              <a:t>biên</a:t>
            </a:r>
            <a:r>
              <a:rPr lang="en-GB" dirty="0"/>
              <a:t> </a:t>
            </a:r>
            <a:r>
              <a:rPr lang="en-GB" dirty="0" err="1"/>
              <a:t>ká-nhập</a:t>
            </a:r>
            <a:r>
              <a:rPr lang="en-GB" dirty="0"/>
              <a:t> “a” </a:t>
            </a:r>
            <a:r>
              <a:rPr lang="en-GB" dirty="0" err="1"/>
              <a:t>vận-mỗ</a:t>
            </a:r>
            <a:r>
              <a:rPr lang="en-GB" dirty="0"/>
              <a:t>, </a:t>
            </a:r>
            <a:r>
              <a:rPr lang="en-GB" dirty="0" err="1"/>
              <a:t>nguyền-yâm</a:t>
            </a:r>
            <a:r>
              <a:rPr lang="en-GB" dirty="0"/>
              <a:t> </a:t>
            </a:r>
            <a:r>
              <a:rPr lang="en-GB" dirty="0" err="1"/>
              <a:t>țựu</a:t>
            </a:r>
            <a:r>
              <a:rPr lang="en-GB" dirty="0"/>
              <a:t> </a:t>
            </a:r>
            <a:r>
              <a:rPr lang="en-GB" dirty="0" err="1"/>
              <a:t>chịch-țiếp</a:t>
            </a:r>
            <a:r>
              <a:rPr lang="en-GB" dirty="0"/>
              <a:t> </a:t>
            </a:r>
            <a:r>
              <a:rPr lang="en-GB" dirty="0" err="1"/>
              <a:t>đục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9079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AD8DF-CC2F-F152-6166-DE6B0749C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Lò-mã</a:t>
            </a:r>
            <a:r>
              <a:rPr lang="en-GB" dirty="0"/>
              <a:t> </a:t>
            </a:r>
            <a:r>
              <a:rPr lang="en-GB" dirty="0" err="1"/>
              <a:t>mèng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6FB33-512A-E5B4-0C0C-E9CEF8808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Lò-mã-mèng</a:t>
            </a:r>
            <a:r>
              <a:rPr lang="en-GB" dirty="0"/>
              <a:t>: </a:t>
            </a:r>
            <a:r>
              <a:rPr lang="en-GB" dirty="0" err="1"/>
              <a:t>Lò-mã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Lò-mã</a:t>
            </a:r>
            <a:r>
              <a:rPr lang="en-GB" dirty="0"/>
              <a:t> </a:t>
            </a:r>
            <a:r>
              <a:rPr lang="en-GB" dirty="0" err="1"/>
              <a:t>sích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phong-sich</a:t>
            </a:r>
            <a:r>
              <a:rPr lang="en-GB" dirty="0"/>
              <a:t> </a:t>
            </a:r>
            <a:r>
              <a:rPr lang="en-GB" dirty="0" err="1"/>
              <a:t>lầy</a:t>
            </a:r>
            <a:r>
              <a:rPr lang="en-GB" dirty="0"/>
              <a:t> </a:t>
            </a:r>
            <a:r>
              <a:rPr lang="en-GB" dirty="0" err="1"/>
              <a:t>kiếu</a:t>
            </a:r>
            <a:r>
              <a:rPr lang="en-GB" dirty="0"/>
              <a:t> </a:t>
            </a:r>
            <a:r>
              <a:rPr lang="en-GB" dirty="0" err="1"/>
              <a:t>yât-có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phong-sich</a:t>
            </a:r>
            <a:r>
              <a:rPr lang="en-GB" dirty="0"/>
              <a:t>. </a:t>
            </a:r>
            <a:r>
              <a:rPr lang="en-GB" dirty="0" err="1"/>
              <a:t>Lò-mã-mèng</a:t>
            </a:r>
            <a:r>
              <a:rPr lang="en-GB" dirty="0"/>
              <a:t>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chủng</a:t>
            </a:r>
            <a:r>
              <a:rPr lang="en-GB" dirty="0"/>
              <a:t> </a:t>
            </a:r>
            <a:r>
              <a:rPr lang="en-GB" dirty="0" err="1"/>
              <a:t>chính-sich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xinh-phu</a:t>
            </a:r>
            <a:r>
              <a:rPr lang="en-GB" dirty="0"/>
              <a:t> </a:t>
            </a:r>
            <a:r>
              <a:rPr lang="en-GB" dirty="0" err="1"/>
              <a:t>mỗi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phong-sich</a:t>
            </a:r>
            <a:r>
              <a:rPr lang="en-GB" dirty="0"/>
              <a:t>. </a:t>
            </a:r>
          </a:p>
          <a:p>
            <a:r>
              <a:rPr lang="en-GB" dirty="0" err="1"/>
              <a:t>Lò-mã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chung</a:t>
            </a:r>
            <a:r>
              <a:rPr lang="en-GB" dirty="0"/>
              <a:t> m̀ </a:t>
            </a:r>
            <a:r>
              <a:rPr lang="en-GB" dirty="0" err="1"/>
              <a:t>txồn-țọi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țựu</a:t>
            </a:r>
            <a:r>
              <a:rPr lang="en-GB" dirty="0"/>
              <a:t> 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Lò-mã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, </a:t>
            </a:r>
            <a:r>
              <a:rPr lang="en-GB" dirty="0" err="1"/>
              <a:t>lệ-nhừ</a:t>
            </a:r>
            <a:r>
              <a:rPr lang="en-GB" dirty="0"/>
              <a:t>: w â ă ư ơ </a:t>
            </a:r>
          </a:p>
          <a:p>
            <a:r>
              <a:rPr lang="en-GB" dirty="0" err="1"/>
              <a:t>Lò-mã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đặc-điểm</a:t>
            </a:r>
            <a:r>
              <a:rPr lang="en-GB" dirty="0"/>
              <a:t> </a:t>
            </a:r>
            <a:r>
              <a:rPr lang="en-GB" dirty="0" err="1"/>
              <a:t>hệ</a:t>
            </a:r>
            <a:r>
              <a:rPr lang="en-GB" dirty="0"/>
              <a:t>, </a:t>
            </a:r>
            <a:r>
              <a:rPr lang="en-GB" dirty="0" err="1"/>
              <a:t>hẩy</a:t>
            </a:r>
            <a:r>
              <a:rPr lang="en-GB" dirty="0"/>
              <a:t> </a:t>
            </a:r>
            <a:r>
              <a:rPr lang="en-GB" dirty="0" err="1"/>
              <a:t>mỗi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phụ-yâm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Yênh-mằn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 </a:t>
            </a:r>
            <a:r>
              <a:rPr lang="en-GB" dirty="0" err="1"/>
              <a:t>hậu-biên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“</a:t>
            </a:r>
            <a:r>
              <a:rPr lang="en-GB" dirty="0" err="1"/>
              <a:t>i</a:t>
            </a:r>
            <a:r>
              <a:rPr lang="en-GB" dirty="0"/>
              <a:t>” </a:t>
            </a:r>
            <a:r>
              <a:rPr lang="en-GB" dirty="0" err="1"/>
              <a:t>vận-mỗ</a:t>
            </a:r>
            <a:r>
              <a:rPr lang="en-GB" dirty="0"/>
              <a:t> </a:t>
            </a:r>
            <a:r>
              <a:rPr lang="en-GB" dirty="0" err="1"/>
              <a:t>vụn-sình</a:t>
            </a:r>
            <a:r>
              <a:rPr lang="en-GB" dirty="0"/>
              <a:t> “e” </a:t>
            </a:r>
            <a:r>
              <a:rPr lang="en-GB" dirty="0" err="1"/>
              <a:t>vận-mỗ</a:t>
            </a:r>
            <a:r>
              <a:rPr lang="en-GB" dirty="0"/>
              <a:t>, H K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hậu-biên</a:t>
            </a:r>
            <a:r>
              <a:rPr lang="en-GB" dirty="0"/>
              <a:t> ka-</a:t>
            </a:r>
            <a:r>
              <a:rPr lang="en-GB" dirty="0" err="1"/>
              <a:t>nhập</a:t>
            </a:r>
            <a:r>
              <a:rPr lang="en-GB" dirty="0"/>
              <a:t> “a” </a:t>
            </a:r>
            <a:r>
              <a:rPr lang="en-GB" dirty="0" err="1"/>
              <a:t>vận-mỗ</a:t>
            </a:r>
            <a:r>
              <a:rPr lang="en-GB" dirty="0"/>
              <a:t>, </a:t>
            </a:r>
            <a:r>
              <a:rPr lang="en-GB" dirty="0" err="1"/>
              <a:t>nguyền-yâm</a:t>
            </a:r>
            <a:r>
              <a:rPr lang="en-GB" dirty="0"/>
              <a:t> </a:t>
            </a:r>
            <a:r>
              <a:rPr lang="en-GB" dirty="0" err="1"/>
              <a:t>țựu</a:t>
            </a:r>
            <a:r>
              <a:rPr lang="en-GB" dirty="0"/>
              <a:t> </a:t>
            </a:r>
            <a:r>
              <a:rPr lang="en-GB" dirty="0" err="1"/>
              <a:t>chịch-țiếp</a:t>
            </a:r>
            <a:r>
              <a:rPr lang="en-GB" dirty="0"/>
              <a:t> </a:t>
            </a:r>
            <a:r>
              <a:rPr lang="en-GB" dirty="0" err="1"/>
              <a:t>đục</a:t>
            </a:r>
            <a:r>
              <a:rPr lang="en-GB" dirty="0"/>
              <a:t>. J </a:t>
            </a:r>
            <a:r>
              <a:rPr lang="en-GB" dirty="0" err="1"/>
              <a:t>thùng</a:t>
            </a:r>
            <a:r>
              <a:rPr lang="en-GB" dirty="0"/>
              <a:t> Y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lò-mã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 </a:t>
            </a:r>
            <a:r>
              <a:rPr lang="en-GB" dirty="0" err="1"/>
              <a:t>thùng</a:t>
            </a:r>
            <a:r>
              <a:rPr lang="en-GB" dirty="0"/>
              <a:t> </a:t>
            </a:r>
            <a:r>
              <a:rPr lang="en-GB" dirty="0" err="1"/>
              <a:t>Yênh-ngữ</a:t>
            </a:r>
            <a:r>
              <a:rPr lang="en-GB" dirty="0"/>
              <a:t> </a:t>
            </a:r>
            <a:r>
              <a:rPr lang="en-GB" dirty="0" err="1"/>
              <a:t>hảu</a:t>
            </a:r>
            <a:r>
              <a:rPr lang="en-GB" dirty="0"/>
              <a:t> m̀-</a:t>
            </a:r>
            <a:r>
              <a:rPr lang="en-GB" dirty="0" err="1"/>
              <a:t>thùng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0193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9FDA8-8870-1E3D-A88F-B7CC0757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C c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BD601-6642-E9F2-1580-054CCBF07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“c”</a:t>
            </a:r>
            <a:r>
              <a:rPr lang="yue-Latn-001" dirty="0"/>
              <a:t> hệ yât có phụ yâm țụ̆-mỗ, khữ ké phát-yâm thùng “k” huòn-txuyền yât dượng, hẩy țụ̆ mỗ “a“ “ă” “â” “o” “ô” “ơ” “u” “ư” txiền-biên, khữ ké phát yâm hệ [k]. C đô hệ yât có nhập-sinh ké vận-mỹ. Țụ̆-mỗ “c” đô hỏ-dĩ thùng khỳ tha țụ̆ mỗ </a:t>
            </a:r>
            <a:r>
              <a:rPr lang="en-GB" dirty="0" err="1"/>
              <a:t>țổ</a:t>
            </a:r>
            <a:r>
              <a:rPr lang="yue-Latn-001" dirty="0"/>
              <a:t> hợp sình khỳ tha ké phát yâm. Khữ dịch đô xuât hiện hẩy ngọi-lòi txŭ̀ dập-miện.</a:t>
            </a:r>
          </a:p>
          <a:p>
            <a:r>
              <a:rPr lang="yue-Latn-001" dirty="0"/>
              <a:t>Phát-yâm: [k]</a:t>
            </a:r>
          </a:p>
          <a:p>
            <a:r>
              <a:rPr lang="en-GB" dirty="0" err="1"/>
              <a:t>Yênh-mằn</a:t>
            </a:r>
            <a:r>
              <a:rPr lang="yue-Latn-001" dirty="0"/>
              <a:t>-</a:t>
            </a:r>
            <a:r>
              <a:rPr lang="en-GB" dirty="0" err="1"/>
              <a:t>mèng</a:t>
            </a:r>
            <a:r>
              <a:rPr lang="yue-Latn-001" dirty="0"/>
              <a:t>: si</a:t>
            </a:r>
          </a:p>
          <a:p>
            <a:r>
              <a:rPr lang="yue-Latn-001" dirty="0"/>
              <a:t>Lò-mã </a:t>
            </a:r>
            <a:r>
              <a:rPr lang="en-GB" dirty="0" err="1"/>
              <a:t>mèng</a:t>
            </a:r>
            <a:r>
              <a:rPr lang="yue-Latn-001" dirty="0"/>
              <a:t>: se</a:t>
            </a:r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yue-Latn-001" dirty="0"/>
              <a:t>: cơ</a:t>
            </a:r>
          </a:p>
          <a:p>
            <a:r>
              <a:rPr lang="yue-Latn-001" dirty="0"/>
              <a:t>Pý-dừ: co-khuc; coc-vỵ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51097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D6649-9599-E87D-6E11-7212BD6C5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“C”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02A398-4909-F20F-7680-76076D006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648" b="24652"/>
          <a:stretch>
            <a:fillRect/>
          </a:stretch>
        </p:blipFill>
        <p:spPr>
          <a:xfrm>
            <a:off x="4412676" y="802981"/>
            <a:ext cx="4338033" cy="5125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0A90B8-2931-D69C-13BB-62E63F2EE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59" b="14014"/>
          <a:stretch>
            <a:fillRect/>
          </a:stretch>
        </p:blipFill>
        <p:spPr>
          <a:xfrm>
            <a:off x="9001760" y="2580640"/>
            <a:ext cx="2744978" cy="34193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980784-FAD5-CF89-ABF7-0C1923C92FA9}"/>
              </a:ext>
            </a:extLst>
          </p:cNvPr>
          <p:cNvSpPr txBox="1"/>
          <p:nvPr/>
        </p:nvSpPr>
        <p:spPr>
          <a:xfrm>
            <a:off x="445262" y="2580640"/>
            <a:ext cx="49598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yue-Latn-001" sz="4000" dirty="0"/>
              <a:t>C țụ̆, hảu txụ̆ van van ké nguyệt-lượng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4981301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D4A36-0746-2B1A-65C2-6C4C7272A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CH ch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4D4A8-15C8-D6A1-0249-AACD48A42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“ch”</a:t>
            </a:r>
            <a:r>
              <a:rPr lang="yue-Latn-001" dirty="0"/>
              <a:t> hệ yât có Việt Ngữ ké sinh-mỗ. Khữ đô hệ yât có nhập-sinh ké vận mỹ, thùng “c“ yât-dượng, xuất-hiện hẩy “i” thùng “a” ké hậu-</a:t>
            </a:r>
            <a:r>
              <a:rPr lang="en-GB" dirty="0" err="1"/>
              <a:t>bịn</a:t>
            </a:r>
            <a:r>
              <a:rPr lang="yue-Latn-001" dirty="0"/>
              <a:t>.</a:t>
            </a:r>
          </a:p>
          <a:p>
            <a:r>
              <a:rPr lang="yue-Latn-001" dirty="0"/>
              <a:t>Pý-dừ: Chộ chỏ; chược sam; yât-pách; sịch-phạn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49215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464C5-C815-BC71-02D9-807E65892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D d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D8017-42AE-3534-2BDE-B2BEF7C4B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“d”</a:t>
            </a:r>
            <a:r>
              <a:rPr lang="yue-Latn-001" dirty="0"/>
              <a:t> hệ yât có Việt Ngữ ké sinh-mỗ. Khữ ké phát-yâm hệ [j]. Khữ đô xuât-hiện hẩy ngọi-lòi-txŭ̀ dập-miện, bât-quó di-có phát-yâm yếu txùi-chự nguyền-bủn ké ngữ-ngồn.</a:t>
            </a:r>
          </a:p>
          <a:p>
            <a:r>
              <a:rPr lang="yue-Latn-001" dirty="0"/>
              <a:t>Phát-yâm: [j]</a:t>
            </a:r>
          </a:p>
          <a:p>
            <a:r>
              <a:rPr lang="en-GB" dirty="0" err="1"/>
              <a:t>Yênh-mằn</a:t>
            </a:r>
            <a:r>
              <a:rPr lang="yue-Latn-001" dirty="0"/>
              <a:t>-</a:t>
            </a:r>
            <a:r>
              <a:rPr lang="en-GB" dirty="0" err="1"/>
              <a:t>mèng</a:t>
            </a:r>
            <a:r>
              <a:rPr lang="yue-Latn-001" dirty="0"/>
              <a:t>: đi</a:t>
            </a:r>
          </a:p>
          <a:p>
            <a:r>
              <a:rPr lang="yue-Latn-001" dirty="0"/>
              <a:t>Lò-mã </a:t>
            </a:r>
            <a:r>
              <a:rPr lang="en-GB" dirty="0" err="1"/>
              <a:t>mèng</a:t>
            </a:r>
            <a:r>
              <a:rPr lang="yue-Latn-001" dirty="0"/>
              <a:t>: đe</a:t>
            </a:r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yue-Latn-001" dirty="0"/>
              <a:t>: dơ</a:t>
            </a:r>
          </a:p>
          <a:p>
            <a:r>
              <a:rPr lang="yue-Latn-001" dirty="0"/>
              <a:t>Pý-dừ: dường; dẽ-sịch.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3405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8EE37-21B6-B001-77D2-1FDA40997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“D”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7759C2-2F6D-E1FD-B8F8-89E033EBB6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14" b="14236"/>
          <a:stretch>
            <a:fillRect/>
          </a:stretch>
        </p:blipFill>
        <p:spPr>
          <a:xfrm>
            <a:off x="9072880" y="2323465"/>
            <a:ext cx="3019758" cy="3731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46EAF4-32D4-0D11-A4F0-5930FCF7F6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96" r="23575" b="24296"/>
          <a:stretch>
            <a:fillRect/>
          </a:stretch>
        </p:blipFill>
        <p:spPr>
          <a:xfrm>
            <a:off x="5555282" y="326521"/>
            <a:ext cx="3251200" cy="57288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45E453-04ED-B8C0-7EDE-7D820639B45B}"/>
              </a:ext>
            </a:extLst>
          </p:cNvPr>
          <p:cNvSpPr txBox="1"/>
          <p:nvPr/>
        </p:nvSpPr>
        <p:spPr>
          <a:xfrm>
            <a:off x="690715" y="2005781"/>
            <a:ext cx="41664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đại-khải</a:t>
            </a:r>
            <a:r>
              <a:rPr lang="yue-Latn-001" sz="2800" dirty="0"/>
              <a:t> ké “D”, sẩu ŧiên ŧẻ yât có sự, nhiền-hậu chuyển sượng hứ vạch yât có đại ké bún-viền.</a:t>
            </a:r>
          </a:p>
          <a:p>
            <a:r>
              <a:rPr lang="yue-Latn-001" sz="2800" dirty="0"/>
              <a:t>Ŧ</a:t>
            </a:r>
            <a:r>
              <a:rPr lang="en-GB" sz="2800" dirty="0"/>
              <a:t>ế-</a:t>
            </a:r>
            <a:r>
              <a:rPr lang="en-GB" sz="2800" dirty="0" err="1"/>
              <a:t>khải</a:t>
            </a:r>
            <a:r>
              <a:rPr lang="yue-Latn-001" sz="2800" dirty="0"/>
              <a:t> ké d, sẩu ŧiên ŧẻ yât có huyên, sượng hứ, nhiền hậu chuyển lọc hứ thiêm mài yât có xường ké sự hẩy dậu-sẩu-biên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8740114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8443C-BFB2-1D61-2DAD-F3BB27B5A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Đ đ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F16DB-A974-DB01-D70B-2195D1AFD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“đ”</a:t>
            </a:r>
            <a:r>
              <a:rPr lang="yue-Latn-001" dirty="0"/>
              <a:t> hệ yât có Việt Ngữ ké sinh-mỗ. Hây củ Việt ngữ dập-miện, khữ ké phát-yâm hệ chục-yâm [</a:t>
            </a:r>
            <a:r>
              <a:rPr lang="en-GB" dirty="0"/>
              <a:t>ɗ</a:t>
            </a:r>
            <a:r>
              <a:rPr lang="yue-Latn-001" dirty="0"/>
              <a:t>]. Bât-quó, di-ka đo-số ké Việt Ngữ vội đục khữ sình txinh-phá ké [t]. Hẩy Thòi-San vạ dập-miện sinh mỗ “đ” biến sình chỏ sât-yâm [</a:t>
            </a:r>
            <a:r>
              <a:rPr lang="en-GB" dirty="0"/>
              <a:t>ʔ</a:t>
            </a:r>
            <a:r>
              <a:rPr lang="yue-Latn-001" dirty="0"/>
              <a:t>]</a:t>
            </a:r>
          </a:p>
          <a:p>
            <a:r>
              <a:rPr lang="yue-Latn-001" dirty="0"/>
              <a:t>Phát-yâm: [</a:t>
            </a:r>
            <a:r>
              <a:rPr lang="en-GB" dirty="0"/>
              <a:t>ɗ</a:t>
            </a:r>
            <a:r>
              <a:rPr lang="yue-Latn-001" dirty="0"/>
              <a:t>] [t]</a:t>
            </a:r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yue-Latn-001" dirty="0"/>
              <a:t>: đơ</a:t>
            </a:r>
          </a:p>
          <a:p>
            <a:r>
              <a:rPr lang="yue-Latn-001" dirty="0"/>
              <a:t>Pý-dừ: đả bo; hảu đo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38867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1D0C6-BA17-49E0-63DB-B90D392B7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“Đ”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A1CD46-2E7B-EB57-6FEE-8C4548D962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0000" y="422711"/>
            <a:ext cx="3647440" cy="60125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AEFBF0-434B-11BB-70C1-285E1859F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45" r="15064" b="13217"/>
          <a:stretch>
            <a:fillRect/>
          </a:stretch>
        </p:blipFill>
        <p:spPr>
          <a:xfrm>
            <a:off x="8727440" y="2267807"/>
            <a:ext cx="2626360" cy="38850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3C36ED-1DAA-A5C5-B632-33527BABEE53}"/>
              </a:ext>
            </a:extLst>
          </p:cNvPr>
          <p:cNvSpPr txBox="1"/>
          <p:nvPr/>
        </p:nvSpPr>
        <p:spPr>
          <a:xfrm>
            <a:off x="467360" y="2733040"/>
            <a:ext cx="42468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yue-Latn-001" sz="3200" dirty="0"/>
              <a:t>Țụ̆-mỗ “Đ”, hệ hẩy țụ̆-mỗ “D” ké chung kan thiêm sượng yât bât vành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569462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ED9E-EE8E-E812-2330-94F6A9530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E e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8BE27-95A8-553F-4C06-0AE0C3BC8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“e”</a:t>
            </a:r>
            <a:r>
              <a:rPr lang="yue-Latn-001" dirty="0"/>
              <a:t> hệ yât có nguyền-yâm. Khữ țóc-vỳ yât có vận-mỗ sì, hẩy Thòi-San vạ dập miện hỏ-nằng vội đục-sình [i</a:t>
            </a:r>
            <a:r>
              <a:rPr lang="en-GB" dirty="0"/>
              <a:t>ɛ</a:t>
            </a:r>
            <a:r>
              <a:rPr lang="yue-Latn-001" dirty="0"/>
              <a:t>].</a:t>
            </a:r>
          </a:p>
          <a:p>
            <a:r>
              <a:rPr lang="yue-Latn-001" dirty="0"/>
              <a:t>Phát yâm: [</a:t>
            </a:r>
            <a:r>
              <a:rPr lang="en-GB" dirty="0"/>
              <a:t>ɛ</a:t>
            </a:r>
            <a:r>
              <a:rPr lang="yue-Latn-001" dirty="0"/>
              <a:t>]</a:t>
            </a:r>
          </a:p>
          <a:p>
            <a:r>
              <a:rPr lang="yue-Latn-001" dirty="0"/>
              <a:t>Lò-mã </a:t>
            </a:r>
            <a:r>
              <a:rPr lang="en-GB" dirty="0" err="1"/>
              <a:t>mèng</a:t>
            </a:r>
            <a:r>
              <a:rPr lang="yue-Latn-001" dirty="0"/>
              <a:t>: e</a:t>
            </a:r>
          </a:p>
          <a:p>
            <a:r>
              <a:rPr lang="en-GB" dirty="0" err="1"/>
              <a:t>Yênh-mằn</a:t>
            </a:r>
            <a:r>
              <a:rPr lang="yue-Latn-001" dirty="0"/>
              <a:t> </a:t>
            </a:r>
            <a:r>
              <a:rPr lang="en-GB" dirty="0" err="1"/>
              <a:t>mèng</a:t>
            </a:r>
            <a:r>
              <a:rPr lang="yue-Latn-001" dirty="0"/>
              <a:t>: di</a:t>
            </a:r>
          </a:p>
          <a:p>
            <a:r>
              <a:rPr lang="en-GB" dirty="0"/>
              <a:t>P</a:t>
            </a:r>
            <a:r>
              <a:rPr lang="yue-Latn-001" dirty="0"/>
              <a:t>ý-dừ: xe; he hã; khẻm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96444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4B13F-D7CE-C8BB-F8A8-7CDAFCFE3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“E”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D19643-B6AD-890B-FF02-C4141CD69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10" r="16914" b="24042"/>
          <a:stretch>
            <a:fillRect/>
          </a:stretch>
        </p:blipFill>
        <p:spPr>
          <a:xfrm>
            <a:off x="4968240" y="140164"/>
            <a:ext cx="3483865" cy="5933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D4F308-3ACE-1628-EBEB-CCBE8020B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85" t="12529" r="15664" b="13785"/>
          <a:stretch>
            <a:fillRect/>
          </a:stretch>
        </p:blipFill>
        <p:spPr>
          <a:xfrm>
            <a:off x="8533386" y="2770648"/>
            <a:ext cx="2561334" cy="33032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5D9E38-6855-642C-5351-C1136864C94B}"/>
              </a:ext>
            </a:extLst>
          </p:cNvPr>
          <p:cNvSpPr txBox="1"/>
          <p:nvPr/>
        </p:nvSpPr>
        <p:spPr>
          <a:xfrm>
            <a:off x="447040" y="2305615"/>
            <a:ext cx="40741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Đại-khải</a:t>
            </a:r>
            <a:r>
              <a:rPr lang="yue-Latn-001" sz="2800" dirty="0"/>
              <a:t> ké E, hảu-txụ̆ lưỡng có liền-țục pài-liệt ké bún-viền ké huyên.</a:t>
            </a:r>
          </a:p>
          <a:p>
            <a:r>
              <a:rPr lang="yue-Latn-001" sz="2800" dirty="0"/>
              <a:t>Ŧ</a:t>
            </a:r>
            <a:r>
              <a:rPr lang="en-GB" sz="2800" dirty="0"/>
              <a:t>ế-</a:t>
            </a:r>
            <a:r>
              <a:rPr lang="en-GB" sz="2800" dirty="0" err="1"/>
              <a:t>khải</a:t>
            </a:r>
            <a:r>
              <a:rPr lang="yue-Latn-001" sz="2800" dirty="0"/>
              <a:t> ké e ké sượng bún bộ-phận hệ yât có bệ-họp ké huyên 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2754974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51F80-F6C6-AF84-4F86-A0437F413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Ê ê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404DB-9C22-3FA2-5C6E-9CF87BABC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“ê”</a:t>
            </a:r>
            <a:r>
              <a:rPr lang="yue-Latn-001" dirty="0"/>
              <a:t> hệ yât có hón-việt-txŭ̀ ké vận mỗ. Vận-mỗ “ê” ké phát yâm thùng “ây” yât dượng. </a:t>
            </a:r>
            <a:r>
              <a:rPr lang="en-GB" dirty="0"/>
              <a:t>Ț</a:t>
            </a:r>
            <a:r>
              <a:rPr lang="yue-Latn-001" dirty="0"/>
              <a:t>ụ̆-mỗ “ê” đô hỏ-dĩ țiếp sưỡng “nh” “c” vận-mỹ. Phát yâm hệ [</a:t>
            </a:r>
            <a:r>
              <a:rPr lang="en-GB" dirty="0"/>
              <a:t>e</a:t>
            </a:r>
            <a:r>
              <a:rPr lang="yue-Latn-001" dirty="0"/>
              <a:t>]</a:t>
            </a:r>
          </a:p>
          <a:p>
            <a:r>
              <a:rPr lang="yue-Latn-001" dirty="0"/>
              <a:t>Phát-yâm: [</a:t>
            </a:r>
            <a:r>
              <a:rPr lang="en-GB" dirty="0" err="1"/>
              <a:t>ɐi</a:t>
            </a:r>
            <a:r>
              <a:rPr lang="yue-Latn-001" dirty="0"/>
              <a:t>]</a:t>
            </a:r>
          </a:p>
          <a:p>
            <a:r>
              <a:rPr lang="en-GB" dirty="0" err="1"/>
              <a:t>mèng</a:t>
            </a:r>
            <a:r>
              <a:rPr lang="yue-Latn-001" dirty="0"/>
              <a:t>: ây</a:t>
            </a:r>
          </a:p>
          <a:p>
            <a:r>
              <a:rPr lang="yue-Latn-001" dirty="0"/>
              <a:t>Pý-dừ: </a:t>
            </a:r>
            <a:r>
              <a:rPr lang="en-GB" dirty="0"/>
              <a:t>k</a:t>
            </a:r>
            <a:r>
              <a:rPr lang="yue-Latn-001" dirty="0"/>
              <a:t>ê; </a:t>
            </a:r>
            <a:r>
              <a:rPr lang="en-GB" dirty="0" err="1"/>
              <a:t>thể-dục</a:t>
            </a:r>
            <a:r>
              <a:rPr lang="yue-Latn-001" dirty="0"/>
              <a:t>; </a:t>
            </a:r>
            <a:r>
              <a:rPr lang="en-GB" dirty="0" err="1"/>
              <a:t>Yê</a:t>
            </a:r>
            <a:r>
              <a:rPr lang="yue-Latn-001" dirty="0"/>
              <a:t>nh</a:t>
            </a:r>
            <a:r>
              <a:rPr lang="en-GB" dirty="0"/>
              <a:t>-</a:t>
            </a:r>
            <a:r>
              <a:rPr lang="en-GB" dirty="0" err="1"/>
              <a:t>quóc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08136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E53B2-D9A0-4FEC-6F4D-127AE12B5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“Ê”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69D614-3B07-5CB4-FD0E-CCE9D177FA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95" t="12681" r="15492" b="13770"/>
          <a:stretch>
            <a:fillRect/>
          </a:stretch>
        </p:blipFill>
        <p:spPr>
          <a:xfrm>
            <a:off x="9164320" y="2726442"/>
            <a:ext cx="2519680" cy="32933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10D423-3B3C-4312-A74C-CA179E4809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77" t="6520" r="17837" b="23555"/>
          <a:stretch>
            <a:fillRect/>
          </a:stretch>
        </p:blipFill>
        <p:spPr>
          <a:xfrm>
            <a:off x="5354320" y="596382"/>
            <a:ext cx="3464560" cy="54691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233E13-D393-3A59-BC77-541308C65BEF}"/>
              </a:ext>
            </a:extLst>
          </p:cNvPr>
          <p:cNvSpPr txBox="1"/>
          <p:nvPr/>
        </p:nvSpPr>
        <p:spPr>
          <a:xfrm>
            <a:off x="640080" y="2726442"/>
            <a:ext cx="41757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yue-Latn-001" sz="3200" dirty="0"/>
              <a:t>Țụ̆-mỗ Ê, hảu-txụ̆ hệ hẩy țụ̆-mỗ “E” ké thầu-đỉnh ka mài yât đỉnh “mổ”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6719823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CF3F-0EF4-DC99-6983-E86565F12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C4EBE-EA6C-D3E6-ED46-DD2277E5A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ÂY ây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7816C-194A-62D0-27FC-6E84CA373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</a:t>
            </a:r>
            <a:r>
              <a:rPr lang="en-GB" dirty="0" err="1"/>
              <a:t>ây</a:t>
            </a:r>
            <a:r>
              <a:rPr lang="en-GB" dirty="0"/>
              <a:t>”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phát-yâm</a:t>
            </a:r>
            <a:r>
              <a:rPr lang="en-GB" dirty="0"/>
              <a:t> </a:t>
            </a:r>
            <a:r>
              <a:rPr lang="en-GB" dirty="0" err="1"/>
              <a:t>thùng</a:t>
            </a:r>
            <a:r>
              <a:rPr lang="en-GB" dirty="0"/>
              <a:t> </a:t>
            </a:r>
            <a:r>
              <a:rPr lang="en-GB" dirty="0" err="1"/>
              <a:t>vận-mỗ</a:t>
            </a:r>
            <a:r>
              <a:rPr lang="en-GB" dirty="0"/>
              <a:t> “ê”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dượng</a:t>
            </a:r>
            <a:r>
              <a:rPr lang="en-GB" dirty="0"/>
              <a:t>. “</a:t>
            </a:r>
            <a:r>
              <a:rPr lang="en-GB" dirty="0" err="1"/>
              <a:t>ây</a:t>
            </a:r>
            <a:r>
              <a:rPr lang="en-GB" dirty="0"/>
              <a:t>”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lầy</a:t>
            </a:r>
            <a:r>
              <a:rPr lang="en-GB" dirty="0"/>
              <a:t> </a:t>
            </a:r>
            <a:r>
              <a:rPr lang="en-GB" dirty="0" err="1"/>
              <a:t>xuón</a:t>
            </a:r>
            <a:r>
              <a:rPr lang="en-GB" dirty="0"/>
              <a:t> </a:t>
            </a:r>
            <a:r>
              <a:rPr lang="en-GB" dirty="0" err="1"/>
              <a:t>suần-việt-txŭ</a:t>
            </a:r>
            <a:r>
              <a:rPr lang="en-GB" dirty="0"/>
              <a:t>̀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chính-ŧẻ</a:t>
            </a:r>
            <a:r>
              <a:rPr lang="yue-Latn-001" dirty="0"/>
              <a:t>, thùng yât ti phát yâm m̀ khuy-țặc, yân-vỳ yâm-biến ŧiên-chí xản-săng [</a:t>
            </a:r>
            <a:r>
              <a:rPr lang="en-GB" dirty="0" err="1"/>
              <a:t>ɐi</a:t>
            </a:r>
            <a:r>
              <a:rPr lang="yue-Latn-001" dirty="0"/>
              <a:t>] vận-mỗ ké hón-việt txŭ̀ dập miện</a:t>
            </a:r>
            <a:endParaRPr lang="en-GB" dirty="0"/>
          </a:p>
          <a:p>
            <a:r>
              <a:rPr lang="yue-Latn-001" dirty="0"/>
              <a:t>Phát-yâm: [</a:t>
            </a:r>
            <a:r>
              <a:rPr lang="en-GB" dirty="0" err="1"/>
              <a:t>ɐi</a:t>
            </a:r>
            <a:r>
              <a:rPr lang="yue-Latn-001" dirty="0"/>
              <a:t>]</a:t>
            </a:r>
          </a:p>
          <a:p>
            <a:r>
              <a:rPr lang="en-GB" dirty="0" err="1"/>
              <a:t>Pý-dừ</a:t>
            </a:r>
            <a:r>
              <a:rPr lang="en-GB" dirty="0"/>
              <a:t>: </a:t>
            </a:r>
            <a:r>
              <a:rPr lang="en-GB" dirty="0" err="1"/>
              <a:t>thẩy</a:t>
            </a:r>
            <a:r>
              <a:rPr lang="en-GB" dirty="0"/>
              <a:t> </a:t>
            </a:r>
            <a:r>
              <a:rPr lang="en-GB" dirty="0" err="1"/>
              <a:t>kiến</a:t>
            </a:r>
            <a:r>
              <a:rPr lang="en-GB" dirty="0"/>
              <a:t>; </a:t>
            </a:r>
            <a:r>
              <a:rPr lang="en-GB" dirty="0" err="1"/>
              <a:t>lầy</a:t>
            </a:r>
            <a:r>
              <a:rPr lang="en-GB" dirty="0"/>
              <a:t> </a:t>
            </a:r>
            <a:r>
              <a:rPr lang="en-GB" dirty="0" err="1"/>
              <a:t>đố</a:t>
            </a:r>
            <a:r>
              <a:rPr lang="en-GB" dirty="0"/>
              <a:t>; </a:t>
            </a:r>
            <a:r>
              <a:rPr lang="en-GB" dirty="0" err="1"/>
              <a:t>hẩy</a:t>
            </a:r>
            <a:r>
              <a:rPr lang="yue-Latn-001" dirty="0"/>
              <a:t>; phát-phây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31625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3E76B-0A5A-819D-9874-801D8824E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F f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CA09D-A75E-53D3-62EF-A694D2EE2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“f”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chuyên-mùn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lầy</a:t>
            </a:r>
            <a:r>
              <a:rPr lang="en-GB" dirty="0"/>
              <a:t> </a:t>
            </a:r>
            <a:r>
              <a:rPr lang="en-GB" dirty="0" err="1"/>
              <a:t>xuón</a:t>
            </a:r>
            <a:r>
              <a:rPr lang="en-GB" dirty="0"/>
              <a:t> </a:t>
            </a:r>
            <a:r>
              <a:rPr lang="en-GB" dirty="0" err="1"/>
              <a:t>ngọi-lòi-txŭ</a:t>
            </a:r>
            <a:r>
              <a:rPr lang="en-GB" dirty="0"/>
              <a:t>̀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. “f”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phát-yâm</a:t>
            </a:r>
            <a:r>
              <a:rPr lang="en-GB" dirty="0"/>
              <a:t> </a:t>
            </a:r>
            <a:r>
              <a:rPr lang="en-GB" dirty="0" err="1"/>
              <a:t>thùng</a:t>
            </a:r>
            <a:r>
              <a:rPr lang="en-GB" dirty="0"/>
              <a:t> “</a:t>
            </a:r>
            <a:r>
              <a:rPr lang="en-GB" dirty="0" err="1"/>
              <a:t>ph</a:t>
            </a:r>
            <a:r>
              <a:rPr lang="en-GB" dirty="0"/>
              <a:t>” </a:t>
            </a:r>
            <a:r>
              <a:rPr lang="en-GB" dirty="0" err="1"/>
              <a:t>hảu</a:t>
            </a:r>
            <a:r>
              <a:rPr lang="en-GB" dirty="0"/>
              <a:t> </a:t>
            </a:r>
            <a:r>
              <a:rPr lang="en-GB" dirty="0" err="1"/>
              <a:t>đo</a:t>
            </a:r>
            <a:r>
              <a:rPr lang="en-GB" dirty="0"/>
              <a:t> </a:t>
            </a:r>
            <a:r>
              <a:rPr lang="en-GB" dirty="0" err="1"/>
              <a:t>sì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dượng</a:t>
            </a:r>
            <a:r>
              <a:rPr lang="en-GB" dirty="0"/>
              <a:t>.</a:t>
            </a:r>
          </a:p>
          <a:p>
            <a:r>
              <a:rPr lang="en-GB" dirty="0" err="1"/>
              <a:t>Phát-yâm</a:t>
            </a:r>
            <a:r>
              <a:rPr lang="en-GB" dirty="0"/>
              <a:t>: [f]</a:t>
            </a:r>
          </a:p>
          <a:p>
            <a:r>
              <a:rPr lang="en-GB" dirty="0" err="1"/>
              <a:t>mèng</a:t>
            </a:r>
            <a:r>
              <a:rPr lang="en-GB" dirty="0"/>
              <a:t>: e-f</a:t>
            </a:r>
          </a:p>
          <a:p>
            <a:r>
              <a:rPr lang="en-GB" dirty="0" err="1"/>
              <a:t>Pý-dừ</a:t>
            </a:r>
            <a:r>
              <a:rPr lang="en-GB" dirty="0"/>
              <a:t>: friend</a:t>
            </a:r>
          </a:p>
        </p:txBody>
      </p:sp>
    </p:spTree>
    <p:extLst>
      <p:ext uri="{BB962C8B-B14F-4D97-AF65-F5344CB8AC3E}">
        <p14:creationId xmlns:p14="http://schemas.microsoft.com/office/powerpoint/2010/main" val="11530030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1234B-488E-12E8-D9D0-C9BD0D46E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“F”</a:t>
            </a:r>
            <a:endParaRPr lang="en-GB" dirty="0"/>
          </a:p>
        </p:txBody>
      </p:sp>
      <p:pic>
        <p:nvPicPr>
          <p:cNvPr id="8" name="Content Placeholder 7" descr="How to Write Cursive F: Animated Tutorial &amp; Free Printable Worksheet">
            <a:extLst>
              <a:ext uri="{FF2B5EF4-FFF2-40B4-BE49-F238E27FC236}">
                <a16:creationId xmlns:a16="http://schemas.microsoft.com/office/drawing/2014/main" id="{C273E676-0C96-D631-27CF-D3D2F8DE4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4715" y="1690688"/>
            <a:ext cx="70294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8182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1DFB4-9F88-C987-39E1-F3142E43A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G g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6AC97-5825-8A96-38D2-6666BC8F5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“g” </a:t>
            </a:r>
            <a:r>
              <a:rPr lang="en-GB" dirty="0" err="1"/>
              <a:t>hỏ-dĩ</a:t>
            </a:r>
            <a:r>
              <a:rPr lang="en-GB" dirty="0"/>
              <a:t> </a:t>
            </a:r>
            <a:r>
              <a:rPr lang="en-GB" dirty="0" err="1"/>
              <a:t>thùng</a:t>
            </a:r>
            <a:r>
              <a:rPr lang="en-GB" dirty="0"/>
              <a:t> </a:t>
            </a:r>
            <a:r>
              <a:rPr lang="en-GB" dirty="0" err="1"/>
              <a:t>khỳ</a:t>
            </a:r>
            <a:r>
              <a:rPr lang="en-GB" dirty="0"/>
              <a:t> “n” </a:t>
            </a:r>
            <a:r>
              <a:rPr lang="en-GB" dirty="0" err="1"/>
              <a:t>țŭ</a:t>
            </a:r>
            <a:r>
              <a:rPr lang="en-GB" dirty="0"/>
              <a:t>̣ 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kiết-họp</a:t>
            </a:r>
            <a:r>
              <a:rPr lang="en-GB" dirty="0"/>
              <a:t> </a:t>
            </a:r>
            <a:r>
              <a:rPr lang="en-GB" dirty="0" err="1"/>
              <a:t>țổ-sình</a:t>
            </a:r>
            <a:r>
              <a:rPr lang="en-GB" dirty="0"/>
              <a:t> “ng” </a:t>
            </a:r>
            <a:r>
              <a:rPr lang="en-GB" dirty="0" err="1"/>
              <a:t>phụ-yâm</a:t>
            </a:r>
            <a:r>
              <a:rPr lang="en-GB" dirty="0"/>
              <a:t>. </a:t>
            </a:r>
            <a:r>
              <a:rPr lang="en-GB" dirty="0" err="1"/>
              <a:t>Ŧui-nhiền</a:t>
            </a:r>
            <a:r>
              <a:rPr lang="en-GB" dirty="0"/>
              <a:t>, 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bủn-sân</a:t>
            </a:r>
            <a:r>
              <a:rPr lang="en-GB" dirty="0"/>
              <a:t> 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chân-chính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chục-yâm</a:t>
            </a:r>
            <a:r>
              <a:rPr lang="en-GB" dirty="0"/>
              <a:t> [g]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sinh-mô</a:t>
            </a:r>
            <a:r>
              <a:rPr lang="en-GB" dirty="0"/>
              <a:t>, “g” </a:t>
            </a:r>
            <a:r>
              <a:rPr lang="en-GB" dirty="0" err="1"/>
              <a:t>đô</a:t>
            </a:r>
            <a:r>
              <a:rPr lang="en-GB" dirty="0"/>
              <a:t> </a:t>
            </a:r>
            <a:r>
              <a:rPr lang="en-GB" dirty="0" err="1"/>
              <a:t>xuât-hiện</a:t>
            </a:r>
            <a:r>
              <a:rPr lang="en-GB" dirty="0"/>
              <a:t> </a:t>
            </a:r>
            <a:r>
              <a:rPr lang="en-GB" dirty="0" err="1"/>
              <a:t>hẩy</a:t>
            </a:r>
            <a:r>
              <a:rPr lang="en-GB" dirty="0"/>
              <a:t> </a:t>
            </a:r>
            <a:r>
              <a:rPr lang="en-GB" dirty="0" err="1"/>
              <a:t>ngọi-lòi-ngữ</a:t>
            </a:r>
            <a:r>
              <a:rPr lang="en-GB" dirty="0"/>
              <a:t> </a:t>
            </a:r>
            <a:r>
              <a:rPr lang="en-GB" dirty="0" err="1"/>
              <a:t>dập-miện</a:t>
            </a:r>
            <a:r>
              <a:rPr lang="en-GB" dirty="0"/>
              <a:t>. </a:t>
            </a:r>
          </a:p>
          <a:p>
            <a:r>
              <a:rPr lang="en-GB" dirty="0" err="1"/>
              <a:t>Phát-yâm</a:t>
            </a:r>
            <a:r>
              <a:rPr lang="en-GB" dirty="0"/>
              <a:t>: [g]</a:t>
            </a:r>
          </a:p>
          <a:p>
            <a:r>
              <a:rPr lang="en-GB" dirty="0" err="1"/>
              <a:t>Yênh-mằn-mèng</a:t>
            </a:r>
            <a:r>
              <a:rPr lang="en-GB" dirty="0"/>
              <a:t>: chi; </a:t>
            </a:r>
            <a:r>
              <a:rPr lang="en-GB" dirty="0" err="1"/>
              <a:t>chư</a:t>
            </a:r>
            <a:endParaRPr lang="en-GB" dirty="0"/>
          </a:p>
          <a:p>
            <a:r>
              <a:rPr lang="en-GB" dirty="0" err="1"/>
              <a:t>Lò-mã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: </a:t>
            </a:r>
            <a:r>
              <a:rPr lang="en-GB" dirty="0" err="1"/>
              <a:t>ge</a:t>
            </a:r>
            <a:r>
              <a:rPr lang="yue-Latn-001" dirty="0"/>
              <a:t>/że</a:t>
            </a:r>
            <a:endParaRPr lang="en-GB" dirty="0"/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: </a:t>
            </a:r>
            <a:r>
              <a:rPr lang="en-GB" dirty="0" err="1"/>
              <a:t>gơ</a:t>
            </a:r>
            <a:endParaRPr lang="en-GB" dirty="0"/>
          </a:p>
          <a:p>
            <a:r>
              <a:rPr lang="en-GB" dirty="0" err="1"/>
              <a:t>Pý-dừ</a:t>
            </a:r>
            <a:r>
              <a:rPr lang="en-GB" dirty="0"/>
              <a:t>: Google, Gmail</a:t>
            </a:r>
            <a:r>
              <a:rPr lang="yue-Latn-001" dirty="0"/>
              <a:t>, GDP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49234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A8477-E838-D0B8-5795-0236CD0AE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“G”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39BF11-A3BF-89CE-7B04-61416F157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43" t="3108" r="19633" b="17971"/>
          <a:stretch>
            <a:fillRect/>
          </a:stretch>
        </p:blipFill>
        <p:spPr>
          <a:xfrm>
            <a:off x="5476240" y="303771"/>
            <a:ext cx="3241040" cy="61891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0BB6B0-C60A-8F88-D001-08D2EAEC3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0" b="9754"/>
          <a:stretch>
            <a:fillRect/>
          </a:stretch>
        </p:blipFill>
        <p:spPr>
          <a:xfrm>
            <a:off x="8823474" y="1615628"/>
            <a:ext cx="2530326" cy="48319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60C6D7-E7BF-AB54-2A14-AB9E486D54B5}"/>
              </a:ext>
            </a:extLst>
          </p:cNvPr>
          <p:cNvSpPr txBox="1"/>
          <p:nvPr/>
        </p:nvSpPr>
        <p:spPr>
          <a:xfrm>
            <a:off x="1076960" y="2204720"/>
            <a:ext cx="37185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err="1"/>
              <a:t>Sẩu</a:t>
            </a:r>
            <a:r>
              <a:rPr lang="en-GB" sz="3200" dirty="0"/>
              <a:t> </a:t>
            </a:r>
            <a:r>
              <a:rPr lang="en-GB" sz="3200" dirty="0" err="1"/>
              <a:t>ŧiên</a:t>
            </a:r>
            <a:r>
              <a:rPr lang="en-GB" sz="3200" dirty="0"/>
              <a:t> </a:t>
            </a:r>
            <a:r>
              <a:rPr lang="en-GB" sz="3200" dirty="0" err="1"/>
              <a:t>vạch</a:t>
            </a:r>
            <a:r>
              <a:rPr lang="en-GB" sz="3200" dirty="0"/>
              <a:t> </a:t>
            </a:r>
            <a:r>
              <a:rPr lang="en-GB" sz="3200" dirty="0" err="1"/>
              <a:t>yât</a:t>
            </a:r>
            <a:r>
              <a:rPr lang="en-GB" sz="3200" dirty="0"/>
              <a:t> </a:t>
            </a:r>
            <a:r>
              <a:rPr lang="en-GB" sz="3200" dirty="0" err="1"/>
              <a:t>có</a:t>
            </a:r>
            <a:r>
              <a:rPr lang="en-GB" sz="3200" dirty="0"/>
              <a:t> </a:t>
            </a:r>
            <a:r>
              <a:rPr lang="en-GB" sz="3200" dirty="0" err="1"/>
              <a:t>đại</a:t>
            </a:r>
            <a:r>
              <a:rPr lang="en-GB" sz="3200" dirty="0"/>
              <a:t> </a:t>
            </a:r>
            <a:r>
              <a:rPr lang="en-GB" sz="3200" dirty="0" err="1"/>
              <a:t>ké</a:t>
            </a:r>
            <a:r>
              <a:rPr lang="en-GB" sz="3200" dirty="0"/>
              <a:t> </a:t>
            </a:r>
            <a:r>
              <a:rPr lang="en-GB" sz="3200" dirty="0" err="1"/>
              <a:t>huyên</a:t>
            </a:r>
            <a:r>
              <a:rPr lang="en-GB" sz="3200" dirty="0"/>
              <a:t>, </a:t>
            </a:r>
            <a:r>
              <a:rPr lang="en-GB" sz="3200" dirty="0" err="1"/>
              <a:t>nhiền-hậu</a:t>
            </a:r>
            <a:r>
              <a:rPr lang="en-GB" sz="3200" dirty="0"/>
              <a:t> </a:t>
            </a:r>
            <a:r>
              <a:rPr lang="en-GB" sz="3200" dirty="0" err="1"/>
              <a:t>hướng</a:t>
            </a:r>
            <a:r>
              <a:rPr lang="en-GB" sz="3200" dirty="0"/>
              <a:t> </a:t>
            </a:r>
            <a:r>
              <a:rPr lang="en-GB" sz="3200" dirty="0" err="1"/>
              <a:t>hạ</a:t>
            </a:r>
            <a:r>
              <a:rPr lang="en-GB" sz="3200" dirty="0"/>
              <a:t> </a:t>
            </a:r>
            <a:r>
              <a:rPr lang="en-GB" sz="3200" dirty="0" err="1"/>
              <a:t>ŧẻ</a:t>
            </a:r>
            <a:r>
              <a:rPr lang="en-GB" sz="3200" dirty="0"/>
              <a:t> </a:t>
            </a:r>
            <a:r>
              <a:rPr lang="en-GB" sz="3200" dirty="0" err="1"/>
              <a:t>yât</a:t>
            </a:r>
            <a:r>
              <a:rPr lang="en-GB" sz="3200" dirty="0"/>
              <a:t> </a:t>
            </a:r>
            <a:r>
              <a:rPr lang="en-GB" sz="3200" dirty="0" err="1"/>
              <a:t>có</a:t>
            </a:r>
            <a:r>
              <a:rPr lang="en-GB" sz="3200" dirty="0"/>
              <a:t> van-</a:t>
            </a:r>
            <a:r>
              <a:rPr lang="en-GB" sz="3200" dirty="0" err="1"/>
              <a:t>ngâu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6191533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77366-F6CA-CD00-A5D5-B2BB7493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H h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35ABA-A697-F518-51B8-11924E6B0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“h” </a:t>
            </a:r>
            <a:r>
              <a:rPr lang="en-GB" dirty="0" err="1"/>
              <a:t>hệ</a:t>
            </a:r>
            <a:r>
              <a:rPr lang="en-GB" dirty="0"/>
              <a:t> Việt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sinh-mỗ</a:t>
            </a:r>
            <a:r>
              <a:rPr lang="en-GB" dirty="0"/>
              <a:t>.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“h” </a:t>
            </a:r>
            <a:r>
              <a:rPr lang="en-GB" dirty="0" err="1"/>
              <a:t>đô</a:t>
            </a:r>
            <a:r>
              <a:rPr lang="en-GB" dirty="0"/>
              <a:t> </a:t>
            </a:r>
            <a:r>
              <a:rPr lang="en-GB" dirty="0" err="1"/>
              <a:t>thùng</a:t>
            </a:r>
            <a:r>
              <a:rPr lang="en-GB" dirty="0"/>
              <a:t> </a:t>
            </a:r>
            <a:r>
              <a:rPr lang="en-GB" dirty="0" err="1"/>
              <a:t>khỳ-tha</a:t>
            </a:r>
            <a:r>
              <a:rPr lang="en-GB" dirty="0"/>
              <a:t>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</a:t>
            </a:r>
            <a:r>
              <a:rPr lang="en-GB" dirty="0" err="1"/>
              <a:t>țổ</a:t>
            </a:r>
            <a:r>
              <a:rPr lang="en-GB" dirty="0"/>
              <a:t> </a:t>
            </a:r>
            <a:r>
              <a:rPr lang="en-GB" dirty="0" err="1"/>
              <a:t>hợp</a:t>
            </a:r>
            <a:r>
              <a:rPr lang="en-GB" dirty="0"/>
              <a:t> </a:t>
            </a:r>
            <a:r>
              <a:rPr lang="en-GB" dirty="0" err="1"/>
              <a:t>sình</a:t>
            </a:r>
            <a:r>
              <a:rPr lang="en-GB" dirty="0"/>
              <a:t> </a:t>
            </a:r>
            <a:r>
              <a:rPr lang="en-GB" dirty="0" err="1"/>
              <a:t>vỳ</a:t>
            </a:r>
            <a:r>
              <a:rPr lang="en-GB" dirty="0"/>
              <a:t> </a:t>
            </a:r>
            <a:r>
              <a:rPr lang="en-GB" dirty="0" err="1"/>
              <a:t>khỳ-tha</a:t>
            </a:r>
            <a:r>
              <a:rPr lang="en-GB" dirty="0"/>
              <a:t> </a:t>
            </a:r>
            <a:r>
              <a:rPr lang="en-GB" dirty="0" err="1"/>
              <a:t>phụ-yâm</a:t>
            </a:r>
            <a:r>
              <a:rPr lang="en-GB" dirty="0"/>
              <a:t>.</a:t>
            </a:r>
          </a:p>
          <a:p>
            <a:r>
              <a:rPr lang="en-GB" dirty="0" err="1"/>
              <a:t>Phát-yâm</a:t>
            </a:r>
            <a:r>
              <a:rPr lang="en-GB" dirty="0"/>
              <a:t>: [h]</a:t>
            </a:r>
          </a:p>
          <a:p>
            <a:r>
              <a:rPr lang="en-GB" dirty="0" err="1"/>
              <a:t>Yênh-mằn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: </a:t>
            </a:r>
            <a:r>
              <a:rPr lang="en-GB" dirty="0" err="1"/>
              <a:t>ơi-chhừ</a:t>
            </a:r>
            <a:endParaRPr lang="en-GB" dirty="0"/>
          </a:p>
          <a:p>
            <a:r>
              <a:rPr lang="en-GB" dirty="0" err="1"/>
              <a:t>Lò-mã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: ha</a:t>
            </a:r>
          </a:p>
          <a:p>
            <a:r>
              <a:rPr lang="en-GB" dirty="0" err="1"/>
              <a:t>Pý-dừ</a:t>
            </a:r>
            <a:r>
              <a:rPr lang="en-GB" dirty="0"/>
              <a:t>: ha-</a:t>
            </a:r>
            <a:r>
              <a:rPr lang="en-GB" dirty="0" err="1"/>
              <a:t>cung</a:t>
            </a:r>
            <a:r>
              <a:rPr lang="en-GB" dirty="0"/>
              <a:t>; </a:t>
            </a:r>
            <a:r>
              <a:rPr lang="en-GB" dirty="0" err="1"/>
              <a:t>hái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10197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06865-4B9E-9D99-B680-610EA1CC7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“H”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6BE8F2-AA04-6433-1697-F7830AD70A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8" b="11667"/>
          <a:stretch>
            <a:fillRect/>
          </a:stretch>
        </p:blipFill>
        <p:spPr>
          <a:xfrm>
            <a:off x="9052560" y="1873345"/>
            <a:ext cx="2712720" cy="39991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290ED4-A4A2-B43E-1B5E-4B8D151556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5" r="21318" b="24444"/>
          <a:stretch>
            <a:fillRect/>
          </a:stretch>
        </p:blipFill>
        <p:spPr>
          <a:xfrm>
            <a:off x="5252720" y="690880"/>
            <a:ext cx="3647440" cy="5181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86D0EE-012C-B489-F7B2-4E01E9B43F51}"/>
              </a:ext>
            </a:extLst>
          </p:cNvPr>
          <p:cNvSpPr txBox="1"/>
          <p:nvPr/>
        </p:nvSpPr>
        <p:spPr>
          <a:xfrm>
            <a:off x="833857" y="2227312"/>
            <a:ext cx="393044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đại-khải</a:t>
            </a:r>
            <a:r>
              <a:rPr lang="yue-Latn-001" sz="2800" dirty="0"/>
              <a:t> ké H, hảu-txụ̆ lưỡng ké sự, chung kan liền-kiết mài yât txề.</a:t>
            </a:r>
          </a:p>
          <a:p>
            <a:r>
              <a:rPr lang="yue-Latn-001" sz="2800" dirty="0"/>
              <a:t>Ŧ</a:t>
            </a:r>
            <a:r>
              <a:rPr lang="en-GB" sz="2800" dirty="0"/>
              <a:t>ế-</a:t>
            </a:r>
            <a:r>
              <a:rPr lang="en-GB" sz="2800" dirty="0" err="1"/>
              <a:t>khải</a:t>
            </a:r>
            <a:r>
              <a:rPr lang="yue-Latn-001" sz="2800" dirty="0"/>
              <a:t> ké h, sẩu-ŧiên ŧẻ yât có sự, nhiền-hậu hẩy dậu-sẩu-biên ŧẻ mài yât có “mùn”.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97597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78286-B63A-A04A-974C-637EEFB93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628"/>
            <a:ext cx="10515600" cy="1325563"/>
          </a:xfrm>
        </p:spPr>
        <p:txBody>
          <a:bodyPr>
            <a:noAutofit/>
          </a:bodyPr>
          <a:lstStyle/>
          <a:p>
            <a:r>
              <a:rPr lang="yue-Latn-001" sz="9600" dirty="0"/>
              <a:t>I i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9A894-BDE4-AE9E-F692-F200698F4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</a:t>
            </a:r>
            <a:r>
              <a:rPr lang="en-GB" dirty="0" err="1"/>
              <a:t>i</a:t>
            </a:r>
            <a:r>
              <a:rPr lang="en-GB" dirty="0"/>
              <a:t>”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Việt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nguyền-yâm</a:t>
            </a:r>
            <a:r>
              <a:rPr lang="en-GB" dirty="0"/>
              <a:t>.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“</a:t>
            </a:r>
            <a:r>
              <a:rPr lang="en-GB" dirty="0" err="1"/>
              <a:t>i</a:t>
            </a:r>
            <a:r>
              <a:rPr lang="en-GB" dirty="0"/>
              <a:t>” </a:t>
            </a:r>
            <a:r>
              <a:rPr lang="en-GB" dirty="0" err="1"/>
              <a:t>đô</a:t>
            </a:r>
            <a:r>
              <a:rPr lang="en-GB" dirty="0"/>
              <a:t> </a:t>
            </a:r>
            <a:r>
              <a:rPr lang="en-GB" dirty="0" err="1"/>
              <a:t>xuât</a:t>
            </a:r>
            <a:r>
              <a:rPr lang="en-GB" dirty="0"/>
              <a:t> </a:t>
            </a:r>
            <a:r>
              <a:rPr lang="en-GB" dirty="0" err="1"/>
              <a:t>hiện</a:t>
            </a:r>
            <a:r>
              <a:rPr lang="en-GB" dirty="0"/>
              <a:t> </a:t>
            </a:r>
            <a:r>
              <a:rPr lang="en-GB" dirty="0" err="1"/>
              <a:t>hẩy</a:t>
            </a:r>
            <a:r>
              <a:rPr lang="en-GB" dirty="0"/>
              <a:t> </a:t>
            </a:r>
            <a:r>
              <a:rPr lang="en-GB" dirty="0" err="1"/>
              <a:t>ngọi-lòi-txŭ</a:t>
            </a:r>
            <a:r>
              <a:rPr lang="en-GB" dirty="0"/>
              <a:t>̀ </a:t>
            </a:r>
            <a:r>
              <a:rPr lang="en-GB" dirty="0" err="1"/>
              <a:t>dập</a:t>
            </a:r>
            <a:r>
              <a:rPr lang="en-GB" dirty="0"/>
              <a:t> </a:t>
            </a:r>
            <a:r>
              <a:rPr lang="en-GB" dirty="0" err="1"/>
              <a:t>miện</a:t>
            </a:r>
            <a:r>
              <a:rPr lang="en-GB" dirty="0"/>
              <a:t>. “</a:t>
            </a:r>
            <a:r>
              <a:rPr lang="en-GB" dirty="0" err="1"/>
              <a:t>i</a:t>
            </a:r>
            <a:r>
              <a:rPr lang="en-GB" dirty="0"/>
              <a:t>” </a:t>
            </a:r>
            <a:r>
              <a:rPr lang="en-GB" dirty="0" err="1"/>
              <a:t>đô</a:t>
            </a:r>
            <a:r>
              <a:rPr lang="en-GB" dirty="0"/>
              <a:t>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chụng-yếu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kái-yâm</a:t>
            </a:r>
            <a:r>
              <a:rPr lang="en-GB" dirty="0"/>
              <a:t>, </a:t>
            </a:r>
            <a:r>
              <a:rPr lang="en-GB" dirty="0" err="1"/>
              <a:t>hỏ-dỉ</a:t>
            </a:r>
            <a:r>
              <a:rPr lang="en-GB" dirty="0"/>
              <a:t> </a:t>
            </a:r>
            <a:r>
              <a:rPr lang="en-GB" dirty="0" err="1"/>
              <a:t>thùng</a:t>
            </a:r>
            <a:r>
              <a:rPr lang="en-GB" dirty="0"/>
              <a:t> </a:t>
            </a:r>
            <a:r>
              <a:rPr lang="en-GB" dirty="0" err="1"/>
              <a:t>khỳ-tha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nguyền-yâm</a:t>
            </a:r>
            <a:r>
              <a:rPr lang="en-GB" dirty="0"/>
              <a:t> </a:t>
            </a:r>
            <a:r>
              <a:rPr lang="en-GB" dirty="0" err="1"/>
              <a:t>țổ-sình</a:t>
            </a:r>
            <a:r>
              <a:rPr lang="en-GB" dirty="0"/>
              <a:t> </a:t>
            </a:r>
            <a:r>
              <a:rPr lang="en-GB" dirty="0" err="1"/>
              <a:t>ph</a:t>
            </a:r>
            <a:r>
              <a:rPr lang="yue-Latn-001" dirty="0"/>
              <a:t>u</a:t>
            </a:r>
            <a:r>
              <a:rPr lang="en-GB" dirty="0"/>
              <a:t>c-</a:t>
            </a:r>
            <a:r>
              <a:rPr lang="en-GB" dirty="0" err="1"/>
              <a:t>nguyền</a:t>
            </a:r>
            <a:r>
              <a:rPr lang="en-GB" dirty="0"/>
              <a:t>-</a:t>
            </a:r>
            <a:r>
              <a:rPr lang="en-GB" dirty="0" err="1"/>
              <a:t>yâm</a:t>
            </a:r>
            <a:endParaRPr lang="en-GB" dirty="0"/>
          </a:p>
          <a:p>
            <a:r>
              <a:rPr lang="en-GB" dirty="0" err="1"/>
              <a:t>Yênh-mằn-mèng</a:t>
            </a:r>
            <a:r>
              <a:rPr lang="en-GB" dirty="0"/>
              <a:t>: ai</a:t>
            </a:r>
          </a:p>
          <a:p>
            <a:r>
              <a:rPr lang="en-GB" dirty="0" err="1"/>
              <a:t>Lò-mã-mèng</a:t>
            </a:r>
            <a:r>
              <a:rPr lang="en-GB" dirty="0"/>
              <a:t>: </a:t>
            </a:r>
            <a:r>
              <a:rPr lang="en-GB" dirty="0" err="1"/>
              <a:t>i</a:t>
            </a:r>
            <a:endParaRPr lang="en-GB" dirty="0"/>
          </a:p>
          <a:p>
            <a:r>
              <a:rPr lang="en-GB" dirty="0" err="1"/>
              <a:t>Pý-dừ</a:t>
            </a:r>
            <a:r>
              <a:rPr lang="en-GB" dirty="0"/>
              <a:t>: </a:t>
            </a:r>
            <a:r>
              <a:rPr lang="en-GB" dirty="0" err="1"/>
              <a:t>ni-ti</a:t>
            </a:r>
            <a:r>
              <a:rPr lang="en-GB" dirty="0"/>
              <a:t>; di-ka; iPhone</a:t>
            </a:r>
            <a:r>
              <a:rPr lang="yue-Latn-001" dirty="0"/>
              <a:t>; xa-siu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51566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007B2-DE7F-D8CC-27C3-5F8999F62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“I”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22DB2A-C628-9B75-0B2B-DBFDE937E7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2" t="6049" r="29105" b="24186"/>
          <a:stretch>
            <a:fillRect/>
          </a:stretch>
        </p:blipFill>
        <p:spPr>
          <a:xfrm>
            <a:off x="6233652" y="933328"/>
            <a:ext cx="2517058" cy="5339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D31F1F-756A-6B5F-ABDE-B18878B93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2" t="12415" r="15591" b="12997"/>
          <a:stretch>
            <a:fillRect/>
          </a:stretch>
        </p:blipFill>
        <p:spPr>
          <a:xfrm>
            <a:off x="8839200" y="3072986"/>
            <a:ext cx="2428568" cy="31999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69E4B3-86CA-7380-3E05-8EC6C795B116}"/>
              </a:ext>
            </a:extLst>
          </p:cNvPr>
          <p:cNvSpPr txBox="1"/>
          <p:nvPr/>
        </p:nvSpPr>
        <p:spPr>
          <a:xfrm>
            <a:off x="560439" y="2264326"/>
            <a:ext cx="42868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Đại-khải</a:t>
            </a:r>
            <a:r>
              <a:rPr lang="yue-Latn-001" sz="2800" dirty="0"/>
              <a:t> ké I, hệ yât có sự, sượng biên thùng hạ biên dẫu lưỡng có vành. </a:t>
            </a:r>
          </a:p>
          <a:p>
            <a:r>
              <a:rPr lang="yue-Latn-001" sz="2800" dirty="0"/>
              <a:t>Ŧ</a:t>
            </a:r>
            <a:r>
              <a:rPr lang="en-GB" sz="2800" dirty="0"/>
              <a:t>ế-</a:t>
            </a:r>
            <a:r>
              <a:rPr lang="en-GB" sz="2800" dirty="0" err="1"/>
              <a:t>khải</a:t>
            </a:r>
            <a:r>
              <a:rPr lang="yue-Latn-001" sz="2800" dirty="0"/>
              <a:t> ké i, hệ yât có đuỏn ké sự, sượng biên yếu ka mài yât có điểm.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2545577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7AE95-5E6F-C6B8-D524-3223357A4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yue-Latn-001" sz="7200" dirty="0"/>
              <a:t>IÊ iê</a:t>
            </a:r>
            <a:endParaRPr lang="en-GB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DFF59-A3BC-0613-5E58-D5622FFF4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“iê” hệ yât có suần-việt-txŭ̀ thùng hón-việt-txŭ̀ ké nguyền-yâm. </a:t>
            </a:r>
            <a:r>
              <a:rPr lang="en-GB" dirty="0"/>
              <a:t>H</a:t>
            </a:r>
            <a:r>
              <a:rPr lang="yue-Latn-001" dirty="0"/>
              <a:t>ẩy di-ka ké Hong-Kỏng vạ dập-miện, “iê” ké phát-yâm țựu hệ “i”. Hẩy Thòi-San vạ dập miền “iê” ké phát yâm đô y-nhiền hệ phuc-nguyền-yâm [i</a:t>
            </a:r>
            <a:r>
              <a:rPr lang="en-GB" dirty="0"/>
              <a:t>ɛ</a:t>
            </a:r>
            <a:r>
              <a:rPr lang="yue-Latn-001" dirty="0"/>
              <a:t>]. Quỏng-châu vạ ké “</a:t>
            </a:r>
            <a:r>
              <a:rPr lang="en-GB" dirty="0" err="1"/>
              <a:t>eng</a:t>
            </a:r>
            <a:r>
              <a:rPr lang="yue-Latn-001" dirty="0"/>
              <a:t>” thùng “</a:t>
            </a:r>
            <a:r>
              <a:rPr lang="en-GB" dirty="0"/>
              <a:t>e</a:t>
            </a:r>
            <a:r>
              <a:rPr lang="yue-Latn-001" dirty="0"/>
              <a:t>c” vận-mỗ đúi-</a:t>
            </a:r>
            <a:r>
              <a:rPr lang="en-GB" dirty="0"/>
              <a:t>d</a:t>
            </a:r>
            <a:r>
              <a:rPr lang="yue-Latn-001" dirty="0"/>
              <a:t>ính Thòi-San vạ ké “iêng” thùng “iêc”</a:t>
            </a:r>
          </a:p>
          <a:p>
            <a:r>
              <a:rPr lang="yue-Latn-001" dirty="0"/>
              <a:t>Phát-yâm: [i</a:t>
            </a:r>
            <a:r>
              <a:rPr lang="en-GB" dirty="0"/>
              <a:t>ɛ</a:t>
            </a:r>
            <a:r>
              <a:rPr lang="yue-Latn-001" dirty="0"/>
              <a:t>] [i]</a:t>
            </a:r>
          </a:p>
          <a:p>
            <a:r>
              <a:rPr lang="yue-Latn-001" dirty="0"/>
              <a:t>Pý-dừ: țiết-nhật; ŧiên-săng; siểu-số; siêng, đẳng ư Quỏng-Châu vạ ké“s</a:t>
            </a:r>
            <a:r>
              <a:rPr lang="en-GB" dirty="0" err="1"/>
              <a:t>eng</a:t>
            </a:r>
            <a:r>
              <a:rPr lang="yue-Latn-001" dirty="0"/>
              <a:t>” țụ̆; ŧiếc, đẳng ư Quỏng-Châu vạ ké “s</a:t>
            </a:r>
            <a:r>
              <a:rPr lang="en-GB" dirty="0"/>
              <a:t>é</a:t>
            </a:r>
            <a:r>
              <a:rPr lang="yue-Latn-001" dirty="0"/>
              <a:t>c” țụ̆.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27607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4CCB3-018D-0C7E-D1E0-2AD114ACA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J j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DB89D-F7CF-2AAB-E5C4-0B4C720F2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“j” hệ yât có chuyên-mùn dụng lây ŧẻ ngọi-lòi txŭ̀ ké țụ̆-mỗ. Khữ ké phát-yâm txùi-chự nguyền-bủn ngữ-ngồn ké phát-yâm</a:t>
            </a:r>
          </a:p>
          <a:p>
            <a:r>
              <a:rPr lang="yue-Latn-001" dirty="0"/>
              <a:t>Phát-yâm: [j] [</a:t>
            </a:r>
            <a:r>
              <a:rPr lang="en-GB" dirty="0" err="1"/>
              <a:t>dʒ</a:t>
            </a:r>
            <a:r>
              <a:rPr lang="yue-Latn-001" dirty="0"/>
              <a:t>] [</a:t>
            </a:r>
            <a:r>
              <a:rPr lang="en-GB" dirty="0"/>
              <a:t>ʒ</a:t>
            </a:r>
            <a:r>
              <a:rPr lang="yue-Latn-001" dirty="0"/>
              <a:t>]</a:t>
            </a:r>
          </a:p>
          <a:p>
            <a:r>
              <a:rPr lang="en-GB" dirty="0" err="1"/>
              <a:t>Yênh-mằn</a:t>
            </a:r>
            <a:r>
              <a:rPr lang="yue-Latn-001" dirty="0"/>
              <a:t>-</a:t>
            </a:r>
            <a:r>
              <a:rPr lang="en-GB" dirty="0" err="1"/>
              <a:t>mèng</a:t>
            </a:r>
            <a:r>
              <a:rPr lang="yue-Latn-001" dirty="0"/>
              <a:t>: [</a:t>
            </a:r>
            <a:r>
              <a:rPr lang="en-GB" dirty="0" err="1"/>
              <a:t>dʒ</a:t>
            </a:r>
            <a:r>
              <a:rPr lang="yue-Latn-001" dirty="0"/>
              <a:t>ei]</a:t>
            </a:r>
          </a:p>
          <a:p>
            <a:r>
              <a:rPr lang="yue-Latn-001" dirty="0"/>
              <a:t>Lò-mã </a:t>
            </a:r>
            <a:r>
              <a:rPr lang="en-GB" dirty="0" err="1"/>
              <a:t>mèng</a:t>
            </a:r>
            <a:r>
              <a:rPr lang="yue-Latn-001" dirty="0"/>
              <a:t>: iota</a:t>
            </a:r>
          </a:p>
          <a:p>
            <a:r>
              <a:rPr lang="yue-Latn-001" dirty="0"/>
              <a:t>Pý-dừ: Jeep; Jimmy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3841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738F6-3BF2-A63C-A1CB-03B5C4DC0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“J”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593C1-F7D7-77B6-B9F5-EB44ECD7C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 descr="Cursive J Tutorial &amp; Worksheet | MyCursive">
            <a:extLst>
              <a:ext uri="{FF2B5EF4-FFF2-40B4-BE49-F238E27FC236}">
                <a16:creationId xmlns:a16="http://schemas.microsoft.com/office/drawing/2014/main" id="{F2CD6E41-CA30-48E6-BCB6-B7BD91A7CA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31" t="14661" r="18009" b="58023"/>
          <a:stretch>
            <a:fillRect/>
          </a:stretch>
        </p:blipFill>
        <p:spPr>
          <a:xfrm>
            <a:off x="4080387" y="1690688"/>
            <a:ext cx="7010399" cy="387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9515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1D58C-61C7-45A2-04CD-E1C80A88B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K k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8E522-D45E-3785-B74B-9C142F65A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“k” hệ yât có Việt Ngữ ké sinh-mỗ. Khữ ké phát yâm thùng “c” yât dượng. “k” bât-lâu đô hệ dục [k]. “k” chử yếu thùng “a” e” “ê” “i” “o” “y” </a:t>
            </a:r>
            <a:r>
              <a:rPr lang="en-GB" dirty="0" err="1"/>
              <a:t>țổ</a:t>
            </a:r>
            <a:r>
              <a:rPr lang="yue-Latn-001" dirty="0"/>
              <a:t>-họp. Hẩy hón-việt-txŭ̀ dập-miện, “k” vội vỵ-ư “a”  “o” nguyền-yâm ké txiền-bịn, nhừ-quỏ ni-có țụ̆ củ-đọi dẫu [ki] ké kái-yâm.</a:t>
            </a:r>
          </a:p>
          <a:p>
            <a:r>
              <a:rPr lang="yue-Latn-001" dirty="0"/>
              <a:t>Phát-yâm: [k]</a:t>
            </a:r>
          </a:p>
          <a:p>
            <a:r>
              <a:rPr lang="en-GB" dirty="0" err="1"/>
              <a:t>Yênh-mằn</a:t>
            </a:r>
            <a:r>
              <a:rPr lang="yue-Latn-001" dirty="0"/>
              <a:t> </a:t>
            </a:r>
            <a:r>
              <a:rPr lang="en-GB" dirty="0" err="1"/>
              <a:t>mèng</a:t>
            </a:r>
            <a:r>
              <a:rPr lang="yue-Latn-001" dirty="0"/>
              <a:t>: Khơi</a:t>
            </a:r>
          </a:p>
          <a:p>
            <a:r>
              <a:rPr lang="yue-Latn-001" dirty="0"/>
              <a:t>Lò-Mã </a:t>
            </a:r>
            <a:r>
              <a:rPr lang="en-GB" dirty="0" err="1"/>
              <a:t>mèng</a:t>
            </a:r>
            <a:r>
              <a:rPr lang="yue-Latn-001" dirty="0"/>
              <a:t>: Ka</a:t>
            </a:r>
          </a:p>
          <a:p>
            <a:r>
              <a:rPr lang="yue-Latn-001" dirty="0"/>
              <a:t>Pý-dừ: kê; kinh-quó; pha-kao; quóc-ka; kỏng-củ</a:t>
            </a:r>
            <a:r>
              <a:rPr lang="en-GB" dirty="0"/>
              <a:t>; </a:t>
            </a:r>
            <a:r>
              <a:rPr lang="en-GB" dirty="0" err="1"/>
              <a:t>Đăk-Lăk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83350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D6280-F150-788F-3B55-4D9483DB3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“k”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560AC2-9AD1-C377-7858-74AF96B631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3" b="11817"/>
          <a:stretch>
            <a:fillRect/>
          </a:stretch>
        </p:blipFill>
        <p:spPr>
          <a:xfrm>
            <a:off x="9113520" y="1702530"/>
            <a:ext cx="2794000" cy="40624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A3CABB-20DB-5B07-82FD-A408493F2279}"/>
              </a:ext>
            </a:extLst>
          </p:cNvPr>
          <p:cNvSpPr txBox="1"/>
          <p:nvPr/>
        </p:nvSpPr>
        <p:spPr>
          <a:xfrm>
            <a:off x="538152" y="1884997"/>
            <a:ext cx="45418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yue-Latn-001" sz="2800" dirty="0"/>
              <a:t>Țụ̆-mỗ “K”, hảu-txụ̆ yât có I dậu biên xi mài yât có chương đại ké “țủi”.</a:t>
            </a:r>
          </a:p>
          <a:p>
            <a:r>
              <a:rPr lang="yue-Latn-001" sz="2800" dirty="0"/>
              <a:t>Ŧiêu-ŧẻ ké k, sẩu ŧiên ŧẻ yât có sự, nhiền hậu chuyển sượng hứ đố dậu-sẩu biên, țói chuyển yât có ŧế ké huyên võng hạ, țúi-mỹ thế-sinh.</a:t>
            </a:r>
            <a:endParaRPr lang="en-GB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197575-ECA9-EEF5-1CFC-D2D10E204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35" t="5324" r="20234" b="24148"/>
          <a:stretch>
            <a:fillRect/>
          </a:stretch>
        </p:blipFill>
        <p:spPr>
          <a:xfrm>
            <a:off x="5293360" y="928212"/>
            <a:ext cx="3606800" cy="483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2447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9071F-5435-AC30-0AE9-BFDC54310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KH kh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FF1F8-D3C6-28F3-4ABC-BD4EB4F0D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“kh” hệ yât có Việt Ngữ ké sinh mỗ. Khữ ké phát-yâm hệ [</a:t>
            </a:r>
            <a:r>
              <a:rPr lang="en-GB" dirty="0" err="1"/>
              <a:t>kʰ</a:t>
            </a:r>
            <a:r>
              <a:rPr lang="yue-Latn-001" dirty="0"/>
              <a:t>]. Bât-quó, “kh” hẩy Đam-Châu vạ thùng yât ti ngọi-lòi-ngữ dập-miện ké phát-yâm hệ [x]</a:t>
            </a:r>
          </a:p>
          <a:p>
            <a:r>
              <a:rPr lang="yue-Latn-001" dirty="0"/>
              <a:t>Phát-yâm: [</a:t>
            </a:r>
            <a:r>
              <a:rPr lang="en-GB" dirty="0" err="1"/>
              <a:t>kʰ</a:t>
            </a:r>
            <a:r>
              <a:rPr lang="yue-Latn-001" dirty="0"/>
              <a:t>] [x]</a:t>
            </a:r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yue-Latn-001" dirty="0"/>
              <a:t>: kha</a:t>
            </a:r>
            <a:endParaRPr lang="en-GB" dirty="0"/>
          </a:p>
          <a:p>
            <a:r>
              <a:rPr lang="en-GB" dirty="0" err="1"/>
              <a:t>Pý-dừ</a:t>
            </a:r>
            <a:r>
              <a:rPr lang="en-GB" dirty="0"/>
              <a:t>: </a:t>
            </a:r>
            <a:r>
              <a:rPr lang="en-GB" dirty="0" err="1"/>
              <a:t>khần-txói</a:t>
            </a:r>
            <a:r>
              <a:rPr lang="en-GB" dirty="0"/>
              <a:t>; </a:t>
            </a:r>
            <a:r>
              <a:rPr lang="en-GB" dirty="0" err="1"/>
              <a:t>khỳ</a:t>
            </a:r>
            <a:r>
              <a:rPr lang="en-GB" dirty="0"/>
              <a:t>-con; Mikhail</a:t>
            </a:r>
          </a:p>
        </p:txBody>
      </p:sp>
    </p:spTree>
    <p:extLst>
      <p:ext uri="{BB962C8B-B14F-4D97-AF65-F5344CB8AC3E}">
        <p14:creationId xmlns:p14="http://schemas.microsoft.com/office/powerpoint/2010/main" val="29459711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EBAB-5EAE-CF5A-5711-9C725E494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HK hk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D1624-7FBD-F789-74D6-BCBBB6A68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</a:t>
            </a:r>
            <a:r>
              <a:rPr lang="en-GB" dirty="0" err="1"/>
              <a:t>hk</a:t>
            </a:r>
            <a:r>
              <a:rPr lang="en-GB" dirty="0"/>
              <a:t>”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chuyên-mùn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lầy</a:t>
            </a:r>
            <a:r>
              <a:rPr lang="en-GB" dirty="0"/>
              <a:t> </a:t>
            </a:r>
            <a:r>
              <a:rPr lang="en-GB" dirty="0" err="1"/>
              <a:t>xuón</a:t>
            </a:r>
            <a:r>
              <a:rPr lang="en-GB" dirty="0"/>
              <a:t> </a:t>
            </a:r>
            <a:r>
              <a:rPr lang="en-GB" dirty="0" err="1"/>
              <a:t>ngọi-lòi-txŭ</a:t>
            </a:r>
            <a:r>
              <a:rPr lang="en-GB" dirty="0"/>
              <a:t>̀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chính-ŧẻ</a:t>
            </a:r>
            <a:r>
              <a:rPr lang="en-GB" dirty="0"/>
              <a:t>. “</a:t>
            </a:r>
            <a:r>
              <a:rPr lang="en-GB" dirty="0" err="1"/>
              <a:t>hk</a:t>
            </a:r>
            <a:r>
              <a:rPr lang="en-GB" dirty="0"/>
              <a:t>” </a:t>
            </a:r>
            <a:r>
              <a:rPr lang="en-GB" dirty="0" err="1"/>
              <a:t>thùng</a:t>
            </a:r>
            <a:r>
              <a:rPr lang="en-GB" dirty="0"/>
              <a:t> “</a:t>
            </a:r>
            <a:r>
              <a:rPr lang="en-GB" dirty="0" err="1"/>
              <a:t>kh</a:t>
            </a:r>
            <a:r>
              <a:rPr lang="en-GB" dirty="0"/>
              <a:t>”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phân</a:t>
            </a:r>
            <a:r>
              <a:rPr lang="en-GB" dirty="0"/>
              <a:t> </a:t>
            </a:r>
            <a:r>
              <a:rPr lang="en-GB" dirty="0" err="1"/>
              <a:t>biệt</a:t>
            </a:r>
            <a:r>
              <a:rPr lang="en-GB" dirty="0"/>
              <a:t> </a:t>
            </a:r>
            <a:r>
              <a:rPr lang="en-GB" dirty="0" err="1"/>
              <a:t>hệ</a:t>
            </a:r>
            <a:r>
              <a:rPr lang="en-GB" dirty="0"/>
              <a:t> “</a:t>
            </a:r>
            <a:r>
              <a:rPr lang="en-GB" dirty="0" err="1"/>
              <a:t>hk</a:t>
            </a:r>
            <a:r>
              <a:rPr lang="en-GB" dirty="0"/>
              <a:t>” </a:t>
            </a:r>
            <a:r>
              <a:rPr lang="en-GB" dirty="0" err="1"/>
              <a:t>vĩnh-viễn</a:t>
            </a:r>
            <a:r>
              <a:rPr lang="en-GB" dirty="0"/>
              <a:t> </a:t>
            </a:r>
            <a:r>
              <a:rPr lang="en-GB" dirty="0" err="1"/>
              <a:t>đục</a:t>
            </a:r>
            <a:r>
              <a:rPr lang="en-GB" dirty="0"/>
              <a:t> [</a:t>
            </a:r>
            <a:r>
              <a:rPr lang="en-GB" dirty="0" err="1"/>
              <a:t>kʰ</a:t>
            </a:r>
            <a:r>
              <a:rPr lang="en-GB" dirty="0"/>
              <a:t>] m̀-</a:t>
            </a:r>
            <a:r>
              <a:rPr lang="en-GB" dirty="0" err="1"/>
              <a:t>vội</a:t>
            </a:r>
            <a:r>
              <a:rPr lang="en-GB" dirty="0"/>
              <a:t> </a:t>
            </a:r>
            <a:r>
              <a:rPr lang="en-GB" dirty="0" err="1"/>
              <a:t>đục</a:t>
            </a:r>
            <a:r>
              <a:rPr lang="en-GB" dirty="0"/>
              <a:t> [x]. </a:t>
            </a:r>
            <a:r>
              <a:rPr lang="en-GB" dirty="0" err="1"/>
              <a:t>Khữ</a:t>
            </a:r>
            <a:r>
              <a:rPr lang="en-GB" dirty="0"/>
              <a:t> </a:t>
            </a:r>
            <a:r>
              <a:rPr lang="en-GB" dirty="0" err="1"/>
              <a:t>chử-yếu</a:t>
            </a:r>
            <a:r>
              <a:rPr lang="en-GB" dirty="0"/>
              <a:t> </a:t>
            </a:r>
            <a:r>
              <a:rPr lang="en-GB" dirty="0" err="1"/>
              <a:t>xuât</a:t>
            </a:r>
            <a:r>
              <a:rPr lang="en-GB" dirty="0"/>
              <a:t> </a:t>
            </a:r>
            <a:r>
              <a:rPr lang="en-GB" dirty="0" err="1"/>
              <a:t>hiện</a:t>
            </a:r>
            <a:r>
              <a:rPr lang="en-GB" dirty="0"/>
              <a:t> </a:t>
            </a:r>
            <a:r>
              <a:rPr lang="en-GB" dirty="0" err="1"/>
              <a:t>hẩy</a:t>
            </a:r>
            <a:r>
              <a:rPr lang="en-GB" dirty="0"/>
              <a:t> </a:t>
            </a:r>
            <a:r>
              <a:rPr lang="en-GB" dirty="0" err="1"/>
              <a:t>khỳ-tha</a:t>
            </a:r>
            <a:r>
              <a:rPr lang="en-GB" dirty="0"/>
              <a:t> Á-</a:t>
            </a:r>
            <a:r>
              <a:rPr lang="en-GB" dirty="0" err="1"/>
              <a:t>châu</a:t>
            </a:r>
            <a:r>
              <a:rPr lang="en-GB" dirty="0"/>
              <a:t> </a:t>
            </a:r>
            <a:r>
              <a:rPr lang="en-GB" dirty="0" err="1"/>
              <a:t>ngữ-ngồn</a:t>
            </a:r>
            <a:r>
              <a:rPr lang="en-GB" dirty="0"/>
              <a:t> </a:t>
            </a:r>
            <a:r>
              <a:rPr lang="en-GB" dirty="0" err="1"/>
              <a:t>dập-miện</a:t>
            </a:r>
            <a:r>
              <a:rPr lang="en-GB" dirty="0"/>
              <a:t>.</a:t>
            </a:r>
          </a:p>
          <a:p>
            <a:r>
              <a:rPr lang="en-GB" dirty="0" err="1"/>
              <a:t>Phát-yâm</a:t>
            </a:r>
            <a:r>
              <a:rPr lang="en-GB" dirty="0"/>
              <a:t>: [</a:t>
            </a:r>
            <a:r>
              <a:rPr lang="en-GB" dirty="0" err="1"/>
              <a:t>kʰ</a:t>
            </a:r>
            <a:r>
              <a:rPr lang="en-GB" dirty="0"/>
              <a:t>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8613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C4C6C-428F-83A5-489C-264F8DB44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L l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13CFD-895F-E34C-DADF-EFE658049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“l”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Việt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sinh-mỗ</a:t>
            </a:r>
            <a:r>
              <a:rPr lang="en-GB" dirty="0"/>
              <a:t>. </a:t>
            </a:r>
            <a:r>
              <a:rPr lang="en-GB" dirty="0" err="1"/>
              <a:t>khữ</a:t>
            </a:r>
            <a:r>
              <a:rPr lang="en-GB" dirty="0"/>
              <a:t> </a:t>
            </a:r>
            <a:r>
              <a:rPr lang="en-GB" dirty="0" err="1"/>
              <a:t>đô</a:t>
            </a:r>
            <a:r>
              <a:rPr lang="en-GB" dirty="0"/>
              <a:t> </a:t>
            </a:r>
            <a:r>
              <a:rPr lang="en-GB" dirty="0" err="1"/>
              <a:t>xuât-hiện</a:t>
            </a:r>
            <a:r>
              <a:rPr lang="en-GB" dirty="0"/>
              <a:t> </a:t>
            </a:r>
            <a:r>
              <a:rPr lang="en-GB" dirty="0" err="1"/>
              <a:t>hẩy</a:t>
            </a:r>
            <a:r>
              <a:rPr lang="en-GB" dirty="0"/>
              <a:t> </a:t>
            </a:r>
            <a:r>
              <a:rPr lang="en-GB" dirty="0" err="1"/>
              <a:t>ngọi-lòi-txŭ</a:t>
            </a:r>
            <a:r>
              <a:rPr lang="en-GB" dirty="0"/>
              <a:t>̀ </a:t>
            </a:r>
            <a:r>
              <a:rPr lang="en-GB" dirty="0" err="1"/>
              <a:t>dập-miện</a:t>
            </a:r>
            <a:r>
              <a:rPr lang="en-GB" dirty="0"/>
              <a:t>.</a:t>
            </a:r>
          </a:p>
          <a:p>
            <a:r>
              <a:rPr lang="en-GB" dirty="0" err="1"/>
              <a:t>Phát-yâm</a:t>
            </a:r>
            <a:r>
              <a:rPr lang="en-GB" dirty="0"/>
              <a:t>: [l]</a:t>
            </a:r>
          </a:p>
          <a:p>
            <a:r>
              <a:rPr lang="en-GB" dirty="0" err="1"/>
              <a:t>Yênh-mằn-mèng</a:t>
            </a:r>
            <a:r>
              <a:rPr lang="en-GB" dirty="0"/>
              <a:t>: e-</a:t>
            </a:r>
            <a:r>
              <a:rPr lang="en-GB" dirty="0" err="1"/>
              <a:t>lồ</a:t>
            </a:r>
            <a:endParaRPr lang="en-GB" dirty="0"/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: </a:t>
            </a:r>
            <a:r>
              <a:rPr lang="en-GB" dirty="0" err="1"/>
              <a:t>lơ</a:t>
            </a:r>
            <a:endParaRPr lang="en-GB" dirty="0"/>
          </a:p>
          <a:p>
            <a:r>
              <a:rPr lang="en-GB" dirty="0" err="1"/>
              <a:t>Pý-dừ</a:t>
            </a:r>
            <a:r>
              <a:rPr lang="en-GB" dirty="0"/>
              <a:t>:</a:t>
            </a:r>
            <a:r>
              <a:rPr lang="yue-Latn-001" dirty="0"/>
              <a:t> lạp-ŧạp; lỏ xuât.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491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6E411-8A4C-B4E4-C0FC-AC61BDB50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“l”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8E3D34-A419-68B3-C8F4-31C052D17E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43" r="22442" b="23342"/>
          <a:stretch>
            <a:fillRect/>
          </a:stretch>
        </p:blipFill>
        <p:spPr>
          <a:xfrm>
            <a:off x="5405120" y="294216"/>
            <a:ext cx="3586480" cy="5946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83D902-208F-4026-558C-C71ACD435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94" t="10519" r="15079" b="12046"/>
          <a:stretch>
            <a:fillRect/>
          </a:stretch>
        </p:blipFill>
        <p:spPr>
          <a:xfrm>
            <a:off x="8991600" y="2174239"/>
            <a:ext cx="2531791" cy="39620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A4DDAD-9F2B-5C50-CF4B-3EEBC931A157}"/>
              </a:ext>
            </a:extLst>
          </p:cNvPr>
          <p:cNvSpPr txBox="1"/>
          <p:nvPr/>
        </p:nvSpPr>
        <p:spPr>
          <a:xfrm>
            <a:off x="838200" y="1874728"/>
            <a:ext cx="37795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đại-khải</a:t>
            </a:r>
            <a:r>
              <a:rPr lang="yue-Latn-001" sz="2800" dirty="0"/>
              <a:t> ké L hệ yât có sự hạ biên ka mài yât có vành.</a:t>
            </a:r>
          </a:p>
          <a:p>
            <a:r>
              <a:rPr lang="yue-Latn-001" sz="2800" dirty="0"/>
              <a:t>Ŧ</a:t>
            </a:r>
            <a:r>
              <a:rPr lang="en-GB" sz="2800" dirty="0"/>
              <a:t>ế-</a:t>
            </a:r>
            <a:r>
              <a:rPr lang="en-GB" sz="2800" dirty="0" err="1"/>
              <a:t>khải</a:t>
            </a:r>
            <a:r>
              <a:rPr lang="yue-Latn-001" sz="2800" dirty="0"/>
              <a:t> ké l hệ yât có sự, țúi-my sao-mỳ chuyển hướng dậu-biên.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8449289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4E71A-8D07-0465-97E1-CA87F95E7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M m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C1237-583F-DF2C-A434-9AA7ED109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“m” hệ yât có Viêt Ngữ ké phụ-yâm. “m” hệ vận-sâu dịch đô hệ vận-mỹ. “m̀” đô hỏ-dĩ đan-đục sình-vỳ yât-có yâm-țiệt.</a:t>
            </a:r>
          </a:p>
          <a:p>
            <a:r>
              <a:rPr lang="yue-Latn-001" dirty="0"/>
              <a:t>Phát-yâm: [m]</a:t>
            </a:r>
          </a:p>
          <a:p>
            <a:r>
              <a:rPr lang="en-GB" dirty="0" err="1"/>
              <a:t>Yênh-mằn</a:t>
            </a:r>
            <a:r>
              <a:rPr lang="yue-Latn-001" dirty="0"/>
              <a:t> </a:t>
            </a:r>
            <a:r>
              <a:rPr lang="en-GB" dirty="0" err="1"/>
              <a:t>mèng</a:t>
            </a:r>
            <a:r>
              <a:rPr lang="yue-Latn-001" dirty="0"/>
              <a:t>: em</a:t>
            </a:r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yue-Latn-001" dirty="0"/>
              <a:t>: mơ</a:t>
            </a:r>
          </a:p>
          <a:p>
            <a:r>
              <a:rPr lang="yue-Latn-001" dirty="0"/>
              <a:t>Pý-dừ: Ma-mì; txói-mã; m̀-chi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80669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4237-A898-FF17-C99F-93E1279E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42" y="374957"/>
            <a:ext cx="10515600" cy="1325563"/>
          </a:xfrm>
        </p:spPr>
        <p:txBody>
          <a:bodyPr/>
          <a:lstStyle/>
          <a:p>
            <a:r>
              <a:rPr lang="yue-Latn-001" dirty="0"/>
              <a:t>ŧẻ țụ̆-mỗ “M”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5E0B9D-75C3-8778-F034-34C34E3C65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57" t="13178" r="11340" b="12481"/>
          <a:stretch>
            <a:fillRect/>
          </a:stretch>
        </p:blipFill>
        <p:spPr>
          <a:xfrm>
            <a:off x="8318089" y="3056822"/>
            <a:ext cx="3871811" cy="31375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004B36-23B7-4350-68BC-4D46FFAE14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82" r="19326" b="23441"/>
          <a:stretch>
            <a:fillRect/>
          </a:stretch>
        </p:blipFill>
        <p:spPr>
          <a:xfrm>
            <a:off x="3677262" y="536329"/>
            <a:ext cx="4640827" cy="56579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5A07E8-5FB3-1781-75E6-92E4CA14EAB8}"/>
              </a:ext>
            </a:extLst>
          </p:cNvPr>
          <p:cNvSpPr txBox="1"/>
          <p:nvPr/>
        </p:nvSpPr>
        <p:spPr>
          <a:xfrm>
            <a:off x="761997" y="1861892"/>
            <a:ext cx="29152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yue-Latn-001" sz="2800" dirty="0"/>
              <a:t>Țụ̆-mỗ M, hảu-txụ̆ lượng siến mùn.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708851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21F82-8199-D449-4617-BBF34FA74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N n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F7370-D8FD-2632-BB69-7AAAE4A75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“n” hệ yât có Viêt Ngữ ké phụ-yâm. “n” hệ vận-sâu dịch đô hệ vận-mỹ. Țụ̆-mỗ “n” đô hỏ-dĩ thùng khỳ tha țụ̆-mỗ țổ sình khỳ tha phụ-yâm. Hẩy Hong-Kỏng vạ dập-miện, “n” sinh-mỗ kinh-sường vội biến sình “l” ké phát-yâm.</a:t>
            </a:r>
          </a:p>
          <a:p>
            <a:r>
              <a:rPr lang="yue-Latn-001" dirty="0"/>
              <a:t>Phát-yâm: [n]</a:t>
            </a:r>
          </a:p>
          <a:p>
            <a:r>
              <a:rPr lang="en-GB" dirty="0" err="1"/>
              <a:t>Yênh-mằn</a:t>
            </a:r>
            <a:r>
              <a:rPr lang="yue-Latn-001" dirty="0"/>
              <a:t> </a:t>
            </a:r>
            <a:r>
              <a:rPr lang="en-GB" dirty="0" err="1"/>
              <a:t>mèng</a:t>
            </a:r>
            <a:r>
              <a:rPr lang="yue-Latn-001" dirty="0"/>
              <a:t>: en</a:t>
            </a:r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yue-Latn-001" dirty="0"/>
              <a:t>: nơ</a:t>
            </a:r>
          </a:p>
          <a:p>
            <a:r>
              <a:rPr lang="yue-Latn-001" dirty="0"/>
              <a:t>Pý-dừ: nọ-mễ-kê; khuấn-nàn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70077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2B8E-C616-3C05-C765-06BBEAB63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“N”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1E0D69-5078-0515-98E8-720C01188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18" t="5210" r="18360" b="22875"/>
          <a:stretch>
            <a:fillRect/>
          </a:stretch>
        </p:blipFill>
        <p:spPr>
          <a:xfrm>
            <a:off x="4734559" y="1207926"/>
            <a:ext cx="4348481" cy="4888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63C686-A155-1AE1-4491-5E71DE892B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19" t="13441" r="14103" b="14301"/>
          <a:stretch>
            <a:fillRect/>
          </a:stretch>
        </p:blipFill>
        <p:spPr>
          <a:xfrm>
            <a:off x="9083040" y="3168787"/>
            <a:ext cx="2834640" cy="28078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258FC1-EB74-A7A5-EC7C-FE1744F7E23B}"/>
              </a:ext>
            </a:extLst>
          </p:cNvPr>
          <p:cNvSpPr txBox="1"/>
          <p:nvPr/>
        </p:nvSpPr>
        <p:spPr>
          <a:xfrm>
            <a:off x="501773" y="2128469"/>
            <a:ext cx="36474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Đại-khải</a:t>
            </a:r>
            <a:r>
              <a:rPr lang="yue-Latn-001" sz="2400" dirty="0"/>
              <a:t> ké țụ̆-mỗ N hệ țụ̆ hạ nhì sượng ŧẻ yât có sự, chuyển hướng xè-hạ phong, nhiền-hậu țói țụ̆ hạ nhì sượng vạch yât có sự.</a:t>
            </a:r>
          </a:p>
          <a:p>
            <a:r>
              <a:rPr lang="yue-Latn-001" sz="2400" dirty="0"/>
              <a:t>Ŧiểu ŧẻ ké n hệ yât có đuỏn ké sự ka mài yât siến “mùn”.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987993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D8CAC-75E0-1592-61F8-21C80C60B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NG ng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979E-6282-665F-3F20-B0B2F6EDC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“ng” hệ yât có Viêt Ngữ ké phụ-yâm. “ng” hệ vận-sâu dịch đô hệ vận-mỹ. Hẩy Hong-Kỏng vạ dập-miện, “ng” sinh-mỗ kinh-sường ŧiêu-sât.</a:t>
            </a:r>
          </a:p>
          <a:p>
            <a:r>
              <a:rPr lang="yue-Latn-001" dirty="0"/>
              <a:t>Phát-yâm: [</a:t>
            </a:r>
            <a:r>
              <a:rPr lang="en-GB" dirty="0"/>
              <a:t>ŋ</a:t>
            </a:r>
            <a:r>
              <a:rPr lang="yue-Latn-001" dirty="0"/>
              <a:t>]</a:t>
            </a:r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yue-Latn-001" dirty="0"/>
              <a:t>: ngơ</a:t>
            </a:r>
          </a:p>
          <a:p>
            <a:r>
              <a:rPr lang="yue-Latn-001" dirty="0"/>
              <a:t>Pý-dừ: ngõ-tỵ; thùng-học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36808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690EC-D657-84C3-B07D-9285C846E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NH nh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9F19-EAB8-A0C6-D6AA-581C9BC10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“nh” hệ yât có Viêt Ngữ ké sinh-mỗ. Hẩy Hong-Kỏng vạ dập miện, “nh” sinh-mỗ biến sình chỏ [j]. Hẩy Thòi-San vạ dập miện, “nh” sinh-mỗ biến sình chỏ [</a:t>
            </a:r>
            <a:r>
              <a:rPr lang="en-GB" dirty="0"/>
              <a:t>ŋ</a:t>
            </a:r>
            <a:r>
              <a:rPr lang="yue-Latn-001" dirty="0"/>
              <a:t>]. Việt-Nàm thùng Quỏng-Ŧây ké bạch-vạ bảu-lừu chỏ “nh” sinh-mỗ. “nh” đô hệ yât có vận-mỹ, thùng “ng” ké phát yâm yât-dượng, cân-txùi hẩy nguyền-yâm “a” “i” “ê” hậu-bịn.</a:t>
            </a:r>
          </a:p>
          <a:p>
            <a:r>
              <a:rPr lang="yue-Latn-001" dirty="0"/>
              <a:t>Phát-yâm: </a:t>
            </a:r>
            <a:r>
              <a:rPr lang="en-GB" dirty="0"/>
              <a:t>[ȵ] [ŋ]</a:t>
            </a:r>
            <a:endParaRPr lang="yue-Latn-001" dirty="0"/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yue-Latn-001" dirty="0"/>
              <a:t>: nhơ</a:t>
            </a:r>
          </a:p>
          <a:p>
            <a:r>
              <a:rPr lang="yue-Latn-001" dirty="0"/>
              <a:t>Pý-dừ: chư-nhực; nhần-mần; Băc-Kinh; Lãnh-hý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57685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B103A-E423-F1DD-0700-35A155C6E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O o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EF1F9-F86A-EEE4-F5BB-DF8C4476B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</a:t>
            </a:r>
            <a:r>
              <a:rPr lang="yue-Latn-001" dirty="0"/>
              <a:t>o</a:t>
            </a:r>
            <a:r>
              <a:rPr lang="en-GB" dirty="0"/>
              <a:t>”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Việt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nguyền-yâm</a:t>
            </a:r>
            <a:r>
              <a:rPr lang="en-GB" dirty="0"/>
              <a:t>. </a:t>
            </a:r>
            <a:r>
              <a:rPr lang="en-GB" dirty="0" err="1"/>
              <a:t>Țŭ</a:t>
            </a:r>
            <a:r>
              <a:rPr lang="en-GB" dirty="0"/>
              <a:t>̣-</a:t>
            </a:r>
            <a:r>
              <a:rPr lang="en-GB" dirty="0" err="1"/>
              <a:t>mỗ</a:t>
            </a:r>
            <a:r>
              <a:rPr lang="en-GB" dirty="0"/>
              <a:t> “</a:t>
            </a:r>
            <a:r>
              <a:rPr lang="yue-Latn-001" dirty="0"/>
              <a:t>o</a:t>
            </a:r>
            <a:r>
              <a:rPr lang="en-GB" dirty="0"/>
              <a:t>” </a:t>
            </a:r>
            <a:r>
              <a:rPr lang="en-GB" dirty="0" err="1"/>
              <a:t>đô</a:t>
            </a:r>
            <a:r>
              <a:rPr lang="en-GB" dirty="0"/>
              <a:t> </a:t>
            </a:r>
            <a:r>
              <a:rPr lang="en-GB" dirty="0" err="1"/>
              <a:t>xuât</a:t>
            </a:r>
            <a:r>
              <a:rPr lang="en-GB" dirty="0"/>
              <a:t> </a:t>
            </a:r>
            <a:r>
              <a:rPr lang="en-GB" dirty="0" err="1"/>
              <a:t>hiện</a:t>
            </a:r>
            <a:r>
              <a:rPr lang="en-GB" dirty="0"/>
              <a:t> </a:t>
            </a:r>
            <a:r>
              <a:rPr lang="en-GB" dirty="0" err="1"/>
              <a:t>hẩy</a:t>
            </a:r>
            <a:r>
              <a:rPr lang="en-GB" dirty="0"/>
              <a:t> </a:t>
            </a:r>
            <a:r>
              <a:rPr lang="en-GB" dirty="0" err="1"/>
              <a:t>ngọi-lòi-txŭ</a:t>
            </a:r>
            <a:r>
              <a:rPr lang="en-GB" dirty="0"/>
              <a:t>̀ </a:t>
            </a:r>
            <a:r>
              <a:rPr lang="en-GB" dirty="0" err="1"/>
              <a:t>dập</a:t>
            </a:r>
            <a:r>
              <a:rPr lang="en-GB" dirty="0"/>
              <a:t> </a:t>
            </a:r>
            <a:r>
              <a:rPr lang="en-GB" dirty="0" err="1"/>
              <a:t>miện</a:t>
            </a:r>
            <a:r>
              <a:rPr lang="en-GB" dirty="0"/>
              <a:t>. “</a:t>
            </a:r>
            <a:r>
              <a:rPr lang="yue-Latn-001" dirty="0"/>
              <a:t>o</a:t>
            </a:r>
            <a:r>
              <a:rPr lang="en-GB" dirty="0"/>
              <a:t>” </a:t>
            </a:r>
            <a:r>
              <a:rPr lang="en-GB" dirty="0" err="1"/>
              <a:t>đô</a:t>
            </a:r>
            <a:r>
              <a:rPr lang="en-GB" dirty="0"/>
              <a:t>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kái-yâm</a:t>
            </a:r>
            <a:r>
              <a:rPr lang="en-GB" dirty="0"/>
              <a:t>, </a:t>
            </a:r>
            <a:r>
              <a:rPr lang="en-GB" dirty="0" err="1"/>
              <a:t>hỏ-dỉ</a:t>
            </a:r>
            <a:r>
              <a:rPr lang="en-GB" dirty="0"/>
              <a:t> </a:t>
            </a:r>
            <a:r>
              <a:rPr lang="en-GB" dirty="0" err="1"/>
              <a:t>thùng</a:t>
            </a:r>
            <a:r>
              <a:rPr lang="en-GB" dirty="0"/>
              <a:t> </a:t>
            </a:r>
            <a:r>
              <a:rPr lang="en-GB" dirty="0" err="1"/>
              <a:t>khỳ-tha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nguyền-yâm</a:t>
            </a:r>
            <a:r>
              <a:rPr lang="en-GB" dirty="0"/>
              <a:t> </a:t>
            </a:r>
            <a:r>
              <a:rPr lang="en-GB" dirty="0" err="1"/>
              <a:t>țổ-sình</a:t>
            </a:r>
            <a:r>
              <a:rPr lang="en-GB" dirty="0"/>
              <a:t> </a:t>
            </a:r>
            <a:r>
              <a:rPr lang="en-GB" dirty="0" err="1"/>
              <a:t>ph</a:t>
            </a:r>
            <a:r>
              <a:rPr lang="yue-Latn-001" dirty="0"/>
              <a:t>u</a:t>
            </a:r>
            <a:r>
              <a:rPr lang="en-GB" dirty="0"/>
              <a:t>c-</a:t>
            </a:r>
            <a:r>
              <a:rPr lang="en-GB" dirty="0" err="1"/>
              <a:t>nguyền</a:t>
            </a:r>
            <a:r>
              <a:rPr lang="en-GB" dirty="0"/>
              <a:t>-</a:t>
            </a:r>
            <a:r>
              <a:rPr lang="en-GB" dirty="0" err="1"/>
              <a:t>yâm</a:t>
            </a:r>
            <a:r>
              <a:rPr lang="yue-Latn-001" dirty="0"/>
              <a:t>, lệ-nhừ “oa” “oe” “ao”.</a:t>
            </a:r>
            <a:endParaRPr lang="en-GB" dirty="0"/>
          </a:p>
          <a:p>
            <a:r>
              <a:rPr lang="yue-Latn-001" dirty="0"/>
              <a:t>Phát-yâm: [</a:t>
            </a:r>
            <a:r>
              <a:rPr lang="en-GB" dirty="0"/>
              <a:t>ɔ</a:t>
            </a:r>
            <a:r>
              <a:rPr lang="yue-Latn-001" dirty="0"/>
              <a:t>]</a:t>
            </a:r>
            <a:endParaRPr lang="en-GB" dirty="0"/>
          </a:p>
          <a:p>
            <a:r>
              <a:rPr lang="en-GB" dirty="0" err="1"/>
              <a:t>Yênh-mằn-mèng</a:t>
            </a:r>
            <a:r>
              <a:rPr lang="en-GB" dirty="0"/>
              <a:t>:</a:t>
            </a:r>
            <a:r>
              <a:rPr lang="yue-Latn-001" dirty="0"/>
              <a:t> ou</a:t>
            </a:r>
            <a:endParaRPr lang="en-GB" dirty="0"/>
          </a:p>
          <a:p>
            <a:r>
              <a:rPr lang="en-GB" dirty="0" err="1"/>
              <a:t>Lò-mã-mèng</a:t>
            </a:r>
            <a:r>
              <a:rPr lang="en-GB" dirty="0"/>
              <a:t>: </a:t>
            </a:r>
            <a:r>
              <a:rPr lang="yue-Latn-001" dirty="0"/>
              <a:t>o</a:t>
            </a:r>
            <a:endParaRPr lang="en-GB" dirty="0"/>
          </a:p>
          <a:p>
            <a:r>
              <a:rPr lang="en-GB" dirty="0" err="1"/>
              <a:t>Pý-dừ</a:t>
            </a:r>
            <a:r>
              <a:rPr lang="en-GB" dirty="0"/>
              <a:t>: </a:t>
            </a:r>
            <a:r>
              <a:rPr lang="yue-Latn-001" dirty="0"/>
              <a:t>thiên-ngò; sanh-quỏ.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69939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F490-6AA8-8559-E540-6B2DC473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“O”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C793E6-35C1-919E-20F7-053EAB4B63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4" t="12275" r="16606" b="14514"/>
          <a:stretch>
            <a:fillRect/>
          </a:stretch>
        </p:blipFill>
        <p:spPr>
          <a:xfrm>
            <a:off x="9134168" y="2821858"/>
            <a:ext cx="2362474" cy="30989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B7B4CB-571A-14D6-9F6E-81825EE92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76" t="5324" r="23329" b="23441"/>
          <a:stretch>
            <a:fillRect/>
          </a:stretch>
        </p:blipFill>
        <p:spPr>
          <a:xfrm>
            <a:off x="5850194" y="820755"/>
            <a:ext cx="3185651" cy="51726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CC130B-ABC7-A6EB-6D28-081853477E33}"/>
              </a:ext>
            </a:extLst>
          </p:cNvPr>
          <p:cNvSpPr txBox="1"/>
          <p:nvPr/>
        </p:nvSpPr>
        <p:spPr>
          <a:xfrm>
            <a:off x="550607" y="2022095"/>
            <a:ext cx="44146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yue-Latn-001" sz="2800" dirty="0"/>
              <a:t>Țụ̆-mỗ O hệ yât có ngịch-sì-châm ŧẻ ké viền. Hình-chọng hảu-txụ̆ yât lâp đản.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6293598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AD719-457A-9569-2B93-D587918BC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Ô ô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2E056-41FC-D8A4-80CC-9EBD69F54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</a:t>
            </a:r>
            <a:r>
              <a:rPr lang="yue-Latn-001" dirty="0"/>
              <a:t>ô</a:t>
            </a:r>
            <a:r>
              <a:rPr lang="en-GB" dirty="0"/>
              <a:t>”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Việt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nguyền-yâm</a:t>
            </a:r>
            <a:r>
              <a:rPr lang="en-GB" dirty="0"/>
              <a:t>.</a:t>
            </a:r>
            <a:r>
              <a:rPr lang="yue-Latn-001" dirty="0"/>
              <a:t> Hẩy Việt-Nàm ké bạch-vạ dập miện. “ô” kinh-sường vội biến-sình “u”</a:t>
            </a:r>
          </a:p>
          <a:p>
            <a:r>
              <a:rPr lang="yue-Latn-001" dirty="0"/>
              <a:t>Phát-yâm: [</a:t>
            </a:r>
            <a:r>
              <a:rPr lang="en-GB" dirty="0" err="1"/>
              <a:t>ou</a:t>
            </a:r>
            <a:r>
              <a:rPr lang="yue-Latn-001" dirty="0"/>
              <a:t>]</a:t>
            </a:r>
          </a:p>
          <a:p>
            <a:r>
              <a:rPr lang="en-GB" dirty="0" err="1"/>
              <a:t>Lò-mã-mèng</a:t>
            </a:r>
            <a:r>
              <a:rPr lang="en-GB" dirty="0"/>
              <a:t>: </a:t>
            </a:r>
            <a:r>
              <a:rPr lang="yue-Latn-001" dirty="0"/>
              <a:t>ô</a:t>
            </a:r>
            <a:endParaRPr lang="en-GB" dirty="0"/>
          </a:p>
          <a:p>
            <a:r>
              <a:rPr lang="en-GB" dirty="0" err="1"/>
              <a:t>Pý-dừ</a:t>
            </a:r>
            <a:r>
              <a:rPr lang="en-GB" dirty="0"/>
              <a:t>:</a:t>
            </a:r>
            <a:r>
              <a:rPr lang="yue-Latn-001" dirty="0"/>
              <a:t> Yân-Độ; mã-lộ.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87141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9F685-EC7D-0378-3C89-94B8C3C3A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“Ô”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D5E577-582F-A733-1628-FE916339BC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24" r="22977" b="23327"/>
          <a:stretch>
            <a:fillRect/>
          </a:stretch>
        </p:blipFill>
        <p:spPr>
          <a:xfrm>
            <a:off x="5498854" y="98375"/>
            <a:ext cx="3370826" cy="58357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06C0CE-58D8-543D-7C67-1660AE3BCE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2" t="13613" r="16925" b="13441"/>
          <a:stretch>
            <a:fillRect/>
          </a:stretch>
        </p:blipFill>
        <p:spPr>
          <a:xfrm>
            <a:off x="8971280" y="2702560"/>
            <a:ext cx="2454128" cy="32315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ED2B12-9664-C92F-30D4-EE62DC039207}"/>
              </a:ext>
            </a:extLst>
          </p:cNvPr>
          <p:cNvSpPr txBox="1"/>
          <p:nvPr/>
        </p:nvSpPr>
        <p:spPr>
          <a:xfrm>
            <a:off x="766592" y="2702560"/>
            <a:ext cx="33708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yue-Latn-001" sz="2800" dirty="0"/>
              <a:t>Țụ̆-mỗ “Ô” hảu-txụ̆ hê hẩy țụ̆-mỗ “O” ké thầu đỉnh ka mài yât đỉnh mổ.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201835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CF872-E81C-50DE-28E1-CA7A460A5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AU au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E14A7-007A-B19E-D259-BE5AB7EC8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“au” hệ yât có hón-việt-txŭ̀ ké yâm-vỵ Hẩy Quỏng-Châu vạ dập-miện, vận-mỗ “au” ké phát yâm thùng “ô” yât-dượng. Hẩy Thòi-San vạ dập-miện, “au” ké phát yâm hệ [au], thùng “ao” yât dượng. Hẩy củ-țảu thùng siểu-số ké Việt Ngữ dập miện, “au” dẫu đục lập ké yâm vỵ, đục [</a:t>
            </a:r>
            <a:r>
              <a:rPr lang="en-GB" dirty="0"/>
              <a:t>ɔ</a:t>
            </a:r>
            <a:r>
              <a:rPr lang="yue-Latn-001" dirty="0"/>
              <a:t>u].</a:t>
            </a:r>
          </a:p>
          <a:p>
            <a:r>
              <a:rPr lang="yue-Latn-001" dirty="0"/>
              <a:t>Phát-yâm: [</a:t>
            </a:r>
            <a:r>
              <a:rPr lang="en-GB" dirty="0"/>
              <a:t>ɔ</a:t>
            </a:r>
            <a:r>
              <a:rPr lang="yue-Latn-001" dirty="0"/>
              <a:t>u] [ou] [au]</a:t>
            </a:r>
          </a:p>
          <a:p>
            <a:r>
              <a:rPr lang="yue-Latn-001" dirty="0"/>
              <a:t>Pý-dừ: hảu-hảu; đạu-lộ; sanh-hàu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48401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EBE7A-1DB7-1B37-5F37-28ECD31DC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FCD33-BCE5-AA86-AEF2-C3B21C277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ƯU ưu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A7F13-A2DA-8AE2-C71C-9B9835D5F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“ưu” hệ yât có hón-việt-txŭ̀ ké yâm-vỵ Hẩy Quỏng-Châu vạ dập-miện, vận-mỗ “ưu” ké phát yâm thùng “âu” yât-dượng, hệ [</a:t>
            </a:r>
            <a:r>
              <a:rPr lang="en-GB" dirty="0" err="1"/>
              <a:t>ɐu</a:t>
            </a:r>
            <a:r>
              <a:rPr lang="yue-Latn-001" dirty="0"/>
              <a:t>]. Hẩy Thòi-San vạ dập-miện, “ưu” ké phát yâm hệ [iu].</a:t>
            </a:r>
            <a:r>
              <a:rPr lang="en-GB" dirty="0"/>
              <a:t> </a:t>
            </a:r>
            <a:r>
              <a:rPr lang="yue-Latn-001" dirty="0"/>
              <a:t>Hẩy Ŧân-Vội vạ dập-miện, “ưu” ké phát yâm hệ [</a:t>
            </a:r>
            <a:r>
              <a:rPr lang="en-GB" dirty="0" err="1"/>
              <a:t>ɜɯ</a:t>
            </a:r>
            <a:r>
              <a:rPr lang="en-GB" dirty="0"/>
              <a:t>̜</a:t>
            </a:r>
            <a:r>
              <a:rPr lang="yue-Latn-001" dirty="0"/>
              <a:t>]. Hẩy Hoi-Pình vạ dập-miện, “ưu” ké phát yâm hệ [</a:t>
            </a:r>
            <a:r>
              <a:rPr lang="en-GB" dirty="0" err="1"/>
              <a:t>əu</a:t>
            </a:r>
            <a:r>
              <a:rPr lang="yue-Latn-001" dirty="0"/>
              <a:t>].</a:t>
            </a:r>
          </a:p>
          <a:p>
            <a:r>
              <a:rPr lang="yue-Latn-001" dirty="0"/>
              <a:t>Phát-yâm: [iu]</a:t>
            </a:r>
            <a:r>
              <a:rPr lang="en-GB" dirty="0"/>
              <a:t> [</a:t>
            </a:r>
            <a:r>
              <a:rPr lang="en-GB" dirty="0" err="1"/>
              <a:t>ɜɯ</a:t>
            </a:r>
            <a:r>
              <a:rPr lang="en-GB" dirty="0"/>
              <a:t>̜] [</a:t>
            </a:r>
            <a:r>
              <a:rPr lang="en-GB" dirty="0" err="1"/>
              <a:t>əu</a:t>
            </a:r>
            <a:r>
              <a:rPr lang="en-GB" dirty="0"/>
              <a:t>]</a:t>
            </a:r>
            <a:endParaRPr lang="yue-Latn-001" dirty="0"/>
          </a:p>
          <a:p>
            <a:r>
              <a:rPr lang="yue-Latn-001" dirty="0"/>
              <a:t>Pý-dừ: hò-lừu; sình-țựu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58340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A76A0-CDD8-AC60-A1EB-9A9859118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Ơ ơ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D9E4E-09C9-7905-659B-323505242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“ơ” hệ Việt Ngữ ké chung-ŧính nguyền yâm. “ơ” kinh-sường xuât hiện hẩy ngữ-hý chọ-txŭ̀ thùng ngọi-lòi-ngữ dập-miện. </a:t>
            </a:r>
            <a:r>
              <a:rPr lang="en-GB" dirty="0"/>
              <a:t>N</a:t>
            </a:r>
            <a:r>
              <a:rPr lang="yue-Latn-001" dirty="0"/>
              <a:t>guyền-yâm “ơ” ké phát yâm hảu-đo sì đô thùng nguyền-yâm “ă” “â” xa-m̀-đo. Bât-quó, țụ̆-mỗ “ơ” hậu-bịn hỏ-dĩ m̀-sẩy ka-nhập nhậm-hò vận-mỹ.</a:t>
            </a:r>
          </a:p>
          <a:p>
            <a:r>
              <a:rPr lang="yue-Latn-001" dirty="0"/>
              <a:t>Phát-yâm: [</a:t>
            </a:r>
            <a:r>
              <a:rPr lang="en-GB" dirty="0"/>
              <a:t>ə</a:t>
            </a:r>
            <a:r>
              <a:rPr lang="yue-Latn-001" dirty="0"/>
              <a:t>]</a:t>
            </a:r>
          </a:p>
          <a:p>
            <a:r>
              <a:rPr lang="yue-Latn-001" dirty="0"/>
              <a:t>Pý-dừ: lầy-cớ; hảu cớ; cớ-má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80423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3EA0D-787A-FE40-ECDC-B4570AEFC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“Ơ”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208C70-B2B6-80AF-8F3A-7BADE1A748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06" t="12726" r="16334" b="14288"/>
          <a:stretch>
            <a:fillRect/>
          </a:stretch>
        </p:blipFill>
        <p:spPr>
          <a:xfrm>
            <a:off x="9183328" y="2641753"/>
            <a:ext cx="2428568" cy="31758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DDDE85-F497-EFAF-608B-31F7C6875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46" t="5807" r="24051" b="24268"/>
          <a:stretch>
            <a:fillRect/>
          </a:stretch>
        </p:blipFill>
        <p:spPr>
          <a:xfrm>
            <a:off x="5720080" y="651874"/>
            <a:ext cx="3119119" cy="51656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239E58-E11E-27E6-96C6-417E135E0CB3}"/>
              </a:ext>
            </a:extLst>
          </p:cNvPr>
          <p:cNvSpPr txBox="1"/>
          <p:nvPr/>
        </p:nvSpPr>
        <p:spPr>
          <a:xfrm>
            <a:off x="749956" y="2369135"/>
            <a:ext cx="462599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yue-Latn-001" sz="2800" dirty="0"/>
              <a:t>Țụ̆-mỗ “Ơ” hảu-txụ̆ hê hẩy țụ̆-mỗ “O” ké xè-sương-phong ka mài yât thiều ŧô.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2585073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248FA-959D-39F6-0898-8BB36EF8D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P p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6CE11-E2B8-65A6-D5DE-89BE6571A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“p” hệ yât có Viêt Ngữ ké phụ-yâm. “p” hẩy Việt Ngữ ké phát-yâm hệ [</a:t>
            </a:r>
            <a:r>
              <a:rPr lang="en-GB" dirty="0" err="1"/>
              <a:t>pʰ</a:t>
            </a:r>
            <a:r>
              <a:rPr lang="yue-Latn-001" dirty="0"/>
              <a:t>]. “p” đô hệ yât có nhập-sinh vận-mỹ. Bât-quó hẩy yât-ti ngọi-lòi txŭ̀ ké txình-phóng để hạ khữ ké phát-yâm hệ [p].</a:t>
            </a:r>
          </a:p>
          <a:p>
            <a:r>
              <a:rPr lang="yue-Latn-001" dirty="0"/>
              <a:t>Phát-yâm: [</a:t>
            </a:r>
            <a:r>
              <a:rPr lang="en-GB" dirty="0" err="1"/>
              <a:t>pʰ</a:t>
            </a:r>
            <a:r>
              <a:rPr lang="yue-Latn-001" dirty="0"/>
              <a:t>] [p]</a:t>
            </a:r>
          </a:p>
          <a:p>
            <a:r>
              <a:rPr lang="yue-Latn-001" dirty="0"/>
              <a:t>Inh-măn-</a:t>
            </a:r>
            <a:r>
              <a:rPr lang="en-GB" dirty="0" err="1"/>
              <a:t>mèng</a:t>
            </a:r>
            <a:r>
              <a:rPr lang="yue-Latn-001" dirty="0"/>
              <a:t>: hpi</a:t>
            </a:r>
          </a:p>
          <a:p>
            <a:r>
              <a:rPr lang="yue-Latn-001" dirty="0"/>
              <a:t>Lò-mã-</a:t>
            </a:r>
            <a:r>
              <a:rPr lang="en-GB" dirty="0" err="1"/>
              <a:t>mèng</a:t>
            </a:r>
            <a:r>
              <a:rPr lang="yue-Latn-001" dirty="0"/>
              <a:t>: pe</a:t>
            </a:r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yue-Latn-001" dirty="0"/>
              <a:t>: hpơ</a:t>
            </a:r>
          </a:p>
          <a:p>
            <a:r>
              <a:rPr lang="yue-Latn-001" dirty="0"/>
              <a:t>Pý-dừ: ngầu-pà; sa-pỳ;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853308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ECFD0-7F5F-E512-CCB4-0C794868A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“P”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38BD32-6BDD-48D1-D841-0EE3D2355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31" t="5722" r="24531" b="23778"/>
          <a:stretch>
            <a:fillRect/>
          </a:stretch>
        </p:blipFill>
        <p:spPr>
          <a:xfrm>
            <a:off x="5545393" y="466926"/>
            <a:ext cx="2989005" cy="49604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599E3F-9CCD-AD35-FC60-5636D467B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70" t="10537" r="14043" b="10537"/>
          <a:stretch>
            <a:fillRect/>
          </a:stretch>
        </p:blipFill>
        <p:spPr>
          <a:xfrm>
            <a:off x="8806926" y="2477730"/>
            <a:ext cx="2894417" cy="42377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502A88-4FC2-90D1-20E6-093C5B80A6BF}"/>
              </a:ext>
            </a:extLst>
          </p:cNvPr>
          <p:cNvSpPr txBox="1"/>
          <p:nvPr/>
        </p:nvSpPr>
        <p:spPr>
          <a:xfrm>
            <a:off x="953728" y="2035277"/>
            <a:ext cx="414921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Đại-khải</a:t>
            </a:r>
            <a:r>
              <a:rPr lang="yue-Latn-001" sz="2800" dirty="0"/>
              <a:t> ké țụ̆-mỗ P hệ yât có sự, ké dậu-sượng phong ka mài yât có ŧế ké bún-viền.</a:t>
            </a:r>
          </a:p>
          <a:p>
            <a:r>
              <a:rPr lang="yue-Latn-001" sz="2800" dirty="0"/>
              <a:t>Ŧ</a:t>
            </a:r>
            <a:r>
              <a:rPr lang="en-GB" sz="2800" dirty="0"/>
              <a:t>ế-</a:t>
            </a:r>
            <a:r>
              <a:rPr lang="en-GB" sz="2800" dirty="0" err="1"/>
              <a:t>khải</a:t>
            </a:r>
            <a:r>
              <a:rPr lang="yue-Latn-001" sz="2800" dirty="0"/>
              <a:t> ké p hệ yât có sự ké dậu sượng phong xi mài yât siến “mùn”.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0930458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ED983-9319-E43C-389B-E6BEFA48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HP hp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66D69-C079-A552-AABF-C0B34A1C1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“h</a:t>
            </a:r>
            <a:r>
              <a:rPr lang="yue-Latn-001" dirty="0"/>
              <a:t>p</a:t>
            </a:r>
            <a:r>
              <a:rPr lang="en-GB" dirty="0"/>
              <a:t>”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chuyên-mùn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lầy</a:t>
            </a:r>
            <a:r>
              <a:rPr lang="en-GB" dirty="0"/>
              <a:t> </a:t>
            </a:r>
            <a:r>
              <a:rPr lang="en-GB" dirty="0" err="1"/>
              <a:t>xuón</a:t>
            </a:r>
            <a:r>
              <a:rPr lang="en-GB" dirty="0"/>
              <a:t> </a:t>
            </a:r>
            <a:r>
              <a:rPr lang="en-GB" dirty="0" err="1"/>
              <a:t>ngọi-lòi-txŭ</a:t>
            </a:r>
            <a:r>
              <a:rPr lang="en-GB" dirty="0"/>
              <a:t>̀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chính-ŧẻ</a:t>
            </a:r>
            <a:r>
              <a:rPr lang="en-GB" dirty="0"/>
              <a:t>. “</a:t>
            </a:r>
            <a:r>
              <a:rPr lang="yue-Latn-001" dirty="0"/>
              <a:t>hp</a:t>
            </a:r>
            <a:r>
              <a:rPr lang="en-GB" dirty="0"/>
              <a:t>” </a:t>
            </a:r>
            <a:r>
              <a:rPr lang="en-GB" dirty="0" err="1"/>
              <a:t>thùng</a:t>
            </a:r>
            <a:r>
              <a:rPr lang="en-GB" dirty="0"/>
              <a:t> “</a:t>
            </a:r>
            <a:r>
              <a:rPr lang="yue-Latn-001" dirty="0"/>
              <a:t>p</a:t>
            </a:r>
            <a:r>
              <a:rPr lang="en-GB" dirty="0"/>
              <a:t>”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phân</a:t>
            </a:r>
            <a:r>
              <a:rPr lang="en-GB" dirty="0"/>
              <a:t> </a:t>
            </a:r>
            <a:r>
              <a:rPr lang="en-GB" dirty="0" err="1"/>
              <a:t>biệt</a:t>
            </a:r>
            <a:r>
              <a:rPr lang="en-GB" dirty="0"/>
              <a:t> </a:t>
            </a:r>
            <a:r>
              <a:rPr lang="en-GB" dirty="0" err="1"/>
              <a:t>hệ</a:t>
            </a:r>
            <a:r>
              <a:rPr lang="en-GB" dirty="0"/>
              <a:t> “h</a:t>
            </a:r>
            <a:r>
              <a:rPr lang="yue-Latn-001" dirty="0"/>
              <a:t>p</a:t>
            </a:r>
            <a:r>
              <a:rPr lang="en-GB" dirty="0"/>
              <a:t>” </a:t>
            </a:r>
            <a:r>
              <a:rPr lang="en-GB" dirty="0" err="1"/>
              <a:t>vĩnh-viễn</a:t>
            </a:r>
            <a:r>
              <a:rPr lang="en-GB" dirty="0"/>
              <a:t> </a:t>
            </a:r>
            <a:r>
              <a:rPr lang="en-GB" dirty="0" err="1"/>
              <a:t>đục</a:t>
            </a:r>
            <a:r>
              <a:rPr lang="en-GB" dirty="0"/>
              <a:t> [</a:t>
            </a:r>
            <a:r>
              <a:rPr lang="yue-Latn-001" dirty="0"/>
              <a:t>p</a:t>
            </a:r>
            <a:r>
              <a:rPr lang="en-GB" dirty="0"/>
              <a:t>ʰ] m̀-</a:t>
            </a:r>
            <a:r>
              <a:rPr lang="en-GB" dirty="0" err="1"/>
              <a:t>vội</a:t>
            </a:r>
            <a:r>
              <a:rPr lang="en-GB" dirty="0"/>
              <a:t> </a:t>
            </a:r>
            <a:r>
              <a:rPr lang="en-GB" dirty="0" err="1"/>
              <a:t>đục</a:t>
            </a:r>
            <a:r>
              <a:rPr lang="en-GB" dirty="0"/>
              <a:t> [</a:t>
            </a:r>
            <a:r>
              <a:rPr lang="yue-Latn-001" dirty="0"/>
              <a:t>p</a:t>
            </a:r>
            <a:r>
              <a:rPr lang="en-GB" dirty="0"/>
              <a:t>]. </a:t>
            </a:r>
            <a:r>
              <a:rPr lang="en-GB" dirty="0" err="1"/>
              <a:t>Khữ</a:t>
            </a:r>
            <a:r>
              <a:rPr lang="en-GB" dirty="0"/>
              <a:t> </a:t>
            </a:r>
            <a:r>
              <a:rPr lang="en-GB" dirty="0" err="1"/>
              <a:t>chử-yếu</a:t>
            </a:r>
            <a:r>
              <a:rPr lang="en-GB" dirty="0"/>
              <a:t> </a:t>
            </a:r>
            <a:r>
              <a:rPr lang="en-GB" dirty="0" err="1"/>
              <a:t>xuât</a:t>
            </a:r>
            <a:r>
              <a:rPr lang="en-GB" dirty="0"/>
              <a:t> </a:t>
            </a:r>
            <a:r>
              <a:rPr lang="en-GB" dirty="0" err="1"/>
              <a:t>hiện</a:t>
            </a:r>
            <a:r>
              <a:rPr lang="en-GB" dirty="0"/>
              <a:t> </a:t>
            </a:r>
            <a:r>
              <a:rPr lang="en-GB" dirty="0" err="1"/>
              <a:t>hẩy</a:t>
            </a:r>
            <a:r>
              <a:rPr lang="en-GB" dirty="0"/>
              <a:t> </a:t>
            </a:r>
            <a:r>
              <a:rPr lang="en-GB" dirty="0" err="1"/>
              <a:t>khỳ-tha</a:t>
            </a:r>
            <a:r>
              <a:rPr lang="en-GB" dirty="0"/>
              <a:t> Á-</a:t>
            </a:r>
            <a:r>
              <a:rPr lang="en-GB" dirty="0" err="1"/>
              <a:t>châu</a:t>
            </a:r>
            <a:r>
              <a:rPr lang="en-GB" dirty="0"/>
              <a:t> </a:t>
            </a:r>
            <a:r>
              <a:rPr lang="en-GB" dirty="0" err="1"/>
              <a:t>ngữ-ngồn</a:t>
            </a:r>
            <a:r>
              <a:rPr lang="en-GB" dirty="0"/>
              <a:t> </a:t>
            </a:r>
            <a:r>
              <a:rPr lang="en-GB" dirty="0" err="1"/>
              <a:t>dập-miện</a:t>
            </a:r>
            <a:r>
              <a:rPr lang="en-GB" dirty="0"/>
              <a:t>.</a:t>
            </a:r>
            <a:endParaRPr lang="yue-Latn-001" dirty="0"/>
          </a:p>
          <a:p>
            <a:r>
              <a:rPr lang="en-GB" dirty="0" err="1"/>
              <a:t>Phát-yâm</a:t>
            </a:r>
            <a:r>
              <a:rPr lang="en-GB" dirty="0"/>
              <a:t>: [</a:t>
            </a:r>
            <a:r>
              <a:rPr lang="yue-Latn-001" dirty="0"/>
              <a:t>p</a:t>
            </a:r>
            <a:r>
              <a:rPr lang="en-GB" dirty="0"/>
              <a:t>ʰ]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80129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9C970-D764-5A15-42DF-2D228B8E8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PH ph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84246-A1B2-0C29-5D8A-72F658022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“ph” hệ yât có Việt Ngữ ké sinh-mỗ. Khữ hẩy Việt Ngữ dập miện ké phát-yâm hệ [f]. “ph” hẩy củ-đọi Việt-Ngữ thùng Đam-Châu vạ ké phát-yâm hệ [</a:t>
            </a:r>
            <a:r>
              <a:rPr lang="en-GB" dirty="0"/>
              <a:t>ɸ</a:t>
            </a:r>
            <a:r>
              <a:rPr lang="yue-Latn-001" dirty="0"/>
              <a:t>].</a:t>
            </a:r>
          </a:p>
          <a:p>
            <a:r>
              <a:rPr lang="yue-Latn-001" dirty="0"/>
              <a:t>Phát-yâm: [f] [</a:t>
            </a:r>
            <a:r>
              <a:rPr lang="en-GB" dirty="0"/>
              <a:t>ɸ</a:t>
            </a:r>
            <a:r>
              <a:rPr lang="yue-Latn-001" dirty="0"/>
              <a:t>]</a:t>
            </a:r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yue-Latn-001" dirty="0"/>
              <a:t>: phơ</a:t>
            </a:r>
          </a:p>
          <a:p>
            <a:r>
              <a:rPr lang="yue-Latn-001" dirty="0"/>
              <a:t>Pý-dừ: hoi-pha; lầu-phòng; phụ-mỗ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620967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BC22-7DE3-2208-9BAB-E1A5F2B36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Q q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46D84-4311-E71C-DAF5-912EBAD0E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“q” hệ yât có Việt ngữ ké sinh-mỗ. Hẩy hảu-đo Việt Ngữ ké hẩu-yâm dập miện, sinh-mỗ “q” vội biến siền [k].</a:t>
            </a:r>
          </a:p>
          <a:p>
            <a:r>
              <a:rPr lang="yue-Latn-001" dirty="0"/>
              <a:t>Phát-yâm: [</a:t>
            </a:r>
            <a:r>
              <a:rPr lang="en-GB" dirty="0" err="1"/>
              <a:t>kʷ</a:t>
            </a:r>
            <a:r>
              <a:rPr lang="yue-Latn-001" dirty="0"/>
              <a:t>]</a:t>
            </a:r>
          </a:p>
          <a:p>
            <a:r>
              <a:rPr lang="en-GB" dirty="0" err="1"/>
              <a:t>Yênh-mằn</a:t>
            </a:r>
            <a:r>
              <a:rPr lang="yue-Latn-001" dirty="0"/>
              <a:t>-</a:t>
            </a:r>
            <a:r>
              <a:rPr lang="en-GB" dirty="0" err="1"/>
              <a:t>mèng</a:t>
            </a:r>
            <a:r>
              <a:rPr lang="yue-Latn-001" dirty="0"/>
              <a:t>: hkiu</a:t>
            </a:r>
          </a:p>
          <a:p>
            <a:r>
              <a:rPr lang="yue-Latn-001" dirty="0"/>
              <a:t>Lò-mã-</a:t>
            </a:r>
            <a:r>
              <a:rPr lang="en-GB" dirty="0" err="1"/>
              <a:t>mèng</a:t>
            </a:r>
            <a:r>
              <a:rPr lang="yue-Latn-001" dirty="0"/>
              <a:t>: qui.</a:t>
            </a:r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yue-Latn-001" dirty="0"/>
              <a:t>: quơ</a:t>
            </a:r>
          </a:p>
          <a:p>
            <a:r>
              <a:rPr lang="yue-Latn-001" dirty="0"/>
              <a:t>Pý-dừ: Quóc-Ka; Quỏng-Châu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4456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C9DE2-3FDA-7975-3116-E44178ECA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“Q”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673EAD-22ED-EC60-CAB4-4209BAB7B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0" b="10673"/>
          <a:stretch>
            <a:fillRect/>
          </a:stretch>
        </p:blipFill>
        <p:spPr>
          <a:xfrm>
            <a:off x="9626012" y="1738210"/>
            <a:ext cx="2749184" cy="47546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35AA4F-54D2-DE37-D66B-44E1BD9DF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65" r="20107" b="25185"/>
          <a:stretch>
            <a:fillRect/>
          </a:stretch>
        </p:blipFill>
        <p:spPr>
          <a:xfrm>
            <a:off x="5720080" y="0"/>
            <a:ext cx="3606800" cy="5130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49527E-D596-1E11-E3FE-03578D575058}"/>
              </a:ext>
            </a:extLst>
          </p:cNvPr>
          <p:cNvSpPr txBox="1"/>
          <p:nvPr/>
        </p:nvSpPr>
        <p:spPr>
          <a:xfrm>
            <a:off x="751840" y="2022257"/>
            <a:ext cx="34340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đại-khải</a:t>
            </a:r>
            <a:r>
              <a:rPr lang="yue-Latn-001" sz="2800" dirty="0"/>
              <a:t> ké țụ̆-mỗ Q hảu-txụ̆ yât lâp đản ké hạ biên đo chỏ yât thiều mỹ.</a:t>
            </a:r>
          </a:p>
          <a:p>
            <a:r>
              <a:rPr lang="yue-Latn-001" sz="2800" dirty="0"/>
              <a:t>Ŧ</a:t>
            </a:r>
            <a:r>
              <a:rPr lang="en-GB" sz="2800" dirty="0"/>
              <a:t>ế-</a:t>
            </a:r>
            <a:r>
              <a:rPr lang="en-GB" sz="2800" dirty="0" err="1"/>
              <a:t>khải</a:t>
            </a:r>
            <a:r>
              <a:rPr lang="yue-Latn-001" sz="2800" dirty="0"/>
              <a:t> ké q hệ yât có viền-huyên ké dậu-sẩu-biên țiệp chự ŧẻ yât có sự, diền sân độ hạ bịn.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8073590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7C403-6C52-9E91-84F3-6564FE340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R r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54267-B7DF-9540-2AC2-FD3752658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“r” hệ yât có chuyên-mùn dụng lây ŧẻ ngọi-lòi txŭ̀ ké țụ̆-mỗ. Khữ ké phát-yâm txùi-chự nguyền-bủn ngữ-ngồn ké phát-yâm</a:t>
            </a:r>
          </a:p>
          <a:p>
            <a:r>
              <a:rPr lang="yue-Latn-001" dirty="0"/>
              <a:t>Phát-yâm: [</a:t>
            </a:r>
            <a:r>
              <a:rPr lang="en-GB" dirty="0"/>
              <a:t>ɹ</a:t>
            </a:r>
            <a:r>
              <a:rPr lang="yue-Latn-001" dirty="0"/>
              <a:t>]</a:t>
            </a:r>
          </a:p>
          <a:p>
            <a:r>
              <a:rPr lang="en-GB" dirty="0" err="1"/>
              <a:t>Yênh-mằn</a:t>
            </a:r>
            <a:r>
              <a:rPr lang="yue-Latn-001" dirty="0"/>
              <a:t> </a:t>
            </a:r>
            <a:r>
              <a:rPr lang="en-GB" dirty="0" err="1"/>
              <a:t>mèng</a:t>
            </a:r>
            <a:r>
              <a:rPr lang="yue-Latn-001" dirty="0"/>
              <a:t>: a; a-lồ</a:t>
            </a:r>
          </a:p>
          <a:p>
            <a:r>
              <a:rPr lang="yue-Latn-001" dirty="0"/>
              <a:t>Lò-mã </a:t>
            </a:r>
            <a:r>
              <a:rPr lang="en-GB" dirty="0" err="1"/>
              <a:t>mèng</a:t>
            </a:r>
            <a:r>
              <a:rPr lang="yue-Latn-001" dirty="0"/>
              <a:t>: e-rờ</a:t>
            </a:r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yue-Latn-001" dirty="0"/>
              <a:t>: rơ</a:t>
            </a:r>
          </a:p>
          <a:p>
            <a:r>
              <a:rPr lang="yue-Latn-001" dirty="0"/>
              <a:t>Pý-dừ: friend; Charlie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92042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F0AA-2E6B-449B-AFD1-69E00138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“R”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7116B5-90EE-CC58-D1FC-55660911BF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2" r="16129" b="23809"/>
          <a:stretch>
            <a:fillRect/>
          </a:stretch>
        </p:blipFill>
        <p:spPr>
          <a:xfrm>
            <a:off x="4724401" y="704818"/>
            <a:ext cx="4541520" cy="5448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909FF3-0EBE-572D-D58C-F44DFC7FA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85" r="16305" b="14645"/>
          <a:stretch>
            <a:fillRect/>
          </a:stretch>
        </p:blipFill>
        <p:spPr>
          <a:xfrm>
            <a:off x="9265921" y="2571992"/>
            <a:ext cx="2316479" cy="34932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7E2A87-D88F-98DA-72FA-B08CE7D3BCDF}"/>
              </a:ext>
            </a:extLst>
          </p:cNvPr>
          <p:cNvSpPr txBox="1"/>
          <p:nvPr/>
        </p:nvSpPr>
        <p:spPr>
          <a:xfrm>
            <a:off x="609600" y="2571992"/>
            <a:ext cx="3860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Ŧế-khải</a:t>
            </a:r>
            <a:r>
              <a:rPr lang="yue-Latn-001" sz="2800" dirty="0"/>
              <a:t> ké r hệ yât có sẩu-ŧiên ŧẻ yât có thế, nhiền-hậu chuyến yât có ŧế ké huyên chuyển 90 độ, țói vành-chiết-ngâu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33072741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DFBB-3D66-FBF6-378C-C7FA9F16E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S s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CF69E-8D95-8D39-42BA-97318DA40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“s” hệ Việt-ngữ ké sinh-mỗ. Hẩy củ-đọi ké Việt Ngữ thùng mẫu-ti Việt Ngữ ké hẩu-yâm dập-miện, “s” ké phát-yâm hệ </a:t>
            </a:r>
            <a:r>
              <a:rPr lang="en-GB" dirty="0"/>
              <a:t>[ʃ]</a:t>
            </a:r>
            <a:r>
              <a:rPr lang="yue-Latn-001" dirty="0"/>
              <a:t> vạch-chẻ</a:t>
            </a:r>
            <a:r>
              <a:rPr lang="en-GB" dirty="0"/>
              <a:t> [ɕ]</a:t>
            </a:r>
            <a:r>
              <a:rPr lang="yue-Latn-001" dirty="0"/>
              <a:t>. </a:t>
            </a:r>
            <a:r>
              <a:rPr lang="en-GB" dirty="0"/>
              <a:t>H</a:t>
            </a:r>
            <a:r>
              <a:rPr lang="yue-Latn-001" dirty="0"/>
              <a:t>ẩy di-ka ké Quỏng-Châu vạ thùng Thòi-San vạ dập miện, “s” ké phát-yâm hảu-đo dĩ-kinh biến-sình chỏ [s].</a:t>
            </a:r>
          </a:p>
          <a:p>
            <a:r>
              <a:rPr lang="yue-Latn-001" dirty="0"/>
              <a:t>Phát-yâm: [s] </a:t>
            </a:r>
            <a:r>
              <a:rPr lang="en-GB" dirty="0"/>
              <a:t>[ʃ] [ɕ]</a:t>
            </a:r>
            <a:endParaRPr lang="yue-Latn-001" dirty="0"/>
          </a:p>
          <a:p>
            <a:r>
              <a:rPr lang="en-GB" dirty="0" err="1"/>
              <a:t>Yênh-mằn</a:t>
            </a:r>
            <a:r>
              <a:rPr lang="yue-Latn-001" dirty="0"/>
              <a:t>-</a:t>
            </a:r>
            <a:r>
              <a:rPr lang="en-GB" dirty="0" err="1"/>
              <a:t>mèng</a:t>
            </a:r>
            <a:r>
              <a:rPr lang="yue-Latn-001" dirty="0"/>
              <a:t>: es</a:t>
            </a:r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yue-Latn-001" dirty="0"/>
              <a:t>: sơ</a:t>
            </a:r>
          </a:p>
          <a:p>
            <a:r>
              <a:rPr lang="yue-Latn-001" dirty="0"/>
              <a:t>Pý-dừ: Țiêm-Sa-Țủi, Sa-Thiền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203892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30F28-2DCF-0C46-ECF2-66671824C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“S”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65E161-C598-C45F-FD9B-9D68BC684B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0" t="11371" r="15797" b="13610"/>
          <a:stretch>
            <a:fillRect/>
          </a:stretch>
        </p:blipFill>
        <p:spPr>
          <a:xfrm>
            <a:off x="9089431" y="2598081"/>
            <a:ext cx="2523449" cy="33245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2115FC-DDF3-22B7-66F5-186EB9FC6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3" t="5325" r="20228" b="24156"/>
          <a:stretch>
            <a:fillRect/>
          </a:stretch>
        </p:blipFill>
        <p:spPr>
          <a:xfrm>
            <a:off x="5598160" y="395608"/>
            <a:ext cx="3332480" cy="552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8789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F17C-4D66-2F26-B62C-B0DBD1FE3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Ș ș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943B7-60E7-4919-81DA-DE6B839B2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“ș” hệ yât có chuyên-mùn dụng lầy biểu-sị ngọi-lòi-txŭ̀ thùng đặc-sư ké Việt ngữ hẩu yâm ké țụ̆-mỗ.</a:t>
            </a:r>
          </a:p>
          <a:p>
            <a:r>
              <a:rPr lang="yue-Latn-001" dirty="0"/>
              <a:t>Phát-yâm: </a:t>
            </a:r>
            <a:r>
              <a:rPr lang="en-GB" dirty="0"/>
              <a:t>[ʃ] [ɕ]</a:t>
            </a:r>
            <a:endParaRPr lang="yue-Latn-001" dirty="0"/>
          </a:p>
          <a:p>
            <a:r>
              <a:rPr lang="yue-Latn-001" dirty="0"/>
              <a:t>Pý-dừ: Toșiba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09430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F2DC5-C873-9C84-8DA9-5E4C44B12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“Ș”</a:t>
            </a:r>
            <a:endParaRPr lang="en-GB" dirty="0"/>
          </a:p>
        </p:txBody>
      </p:sp>
      <p:pic>
        <p:nvPicPr>
          <p:cNvPr id="4" name="Content Placeholder 3" descr="Litera Ș mare de mână - exercițiu">
            <a:extLst>
              <a:ext uri="{FF2B5EF4-FFF2-40B4-BE49-F238E27FC236}">
                <a16:creationId xmlns:a16="http://schemas.microsoft.com/office/drawing/2014/main" id="{D86CB0E6-F3C9-39FF-02AE-6AAD018D8A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204" t="12821" r="69034" b="13130"/>
          <a:stretch>
            <a:fillRect/>
          </a:stretch>
        </p:blipFill>
        <p:spPr>
          <a:xfrm>
            <a:off x="5732764" y="2227663"/>
            <a:ext cx="2278888" cy="3675626"/>
          </a:xfrm>
          <a:prstGeom prst="rect">
            <a:avLst/>
          </a:prstGeom>
        </p:spPr>
      </p:pic>
      <p:pic>
        <p:nvPicPr>
          <p:cNvPr id="5" name="Picture 4" descr="Litera ș mic de mână">
            <a:extLst>
              <a:ext uri="{FF2B5EF4-FFF2-40B4-BE49-F238E27FC236}">
                <a16:creationId xmlns:a16="http://schemas.microsoft.com/office/drawing/2014/main" id="{C1D54117-D229-0846-E0D6-835BDAB8BA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793" t="39215" r="51556" b="12716"/>
          <a:stretch>
            <a:fillRect/>
          </a:stretch>
        </p:blipFill>
        <p:spPr>
          <a:xfrm>
            <a:off x="8681884" y="3525009"/>
            <a:ext cx="2054942" cy="24471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BCA2D7-0E0A-8768-240C-DEB4F376F482}"/>
              </a:ext>
            </a:extLst>
          </p:cNvPr>
          <p:cNvSpPr txBox="1"/>
          <p:nvPr/>
        </p:nvSpPr>
        <p:spPr>
          <a:xfrm>
            <a:off x="838200" y="2552128"/>
            <a:ext cx="31733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Ț</a:t>
            </a:r>
            <a:r>
              <a:rPr lang="yue-Latn-001" sz="2800" dirty="0"/>
              <a:t>ụ̆-mỗ Ș hệ S ké hạ biên ka yât có đậu-hạu.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29500175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98F1-78CC-A159-C9F8-ACB39189E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T t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91E60-0475-3446-B831-F5F83323A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“t” hệ yât có Việt Ngữ ké vận-sâu, dịch đô hệ yât có nhập-sinh ké vận-mỹ. </a:t>
            </a:r>
            <a:r>
              <a:rPr lang="en-GB" dirty="0"/>
              <a:t>S</a:t>
            </a:r>
            <a:r>
              <a:rPr lang="yue-Latn-001" dirty="0"/>
              <a:t>inh-mỗ “t” ké phát yâm hệ [t], thùng di-ka Quỏng-Châu vạ ké “đ” sinh-mỗ yât dượng. Bât-quó, sinh-mỗ “t” chử yếu sŭ̉-dụng hẩy suần-việt-txŭ̀ dập-miện, lệ nhừ “ngõ-tỵ” “ni-ti”.</a:t>
            </a:r>
          </a:p>
          <a:p>
            <a:r>
              <a:rPr lang="yue-Latn-001" dirty="0"/>
              <a:t>Phát-yâm: [t]</a:t>
            </a:r>
          </a:p>
          <a:p>
            <a:r>
              <a:rPr lang="en-GB" dirty="0" err="1"/>
              <a:t>Yênh-mằn</a:t>
            </a:r>
            <a:r>
              <a:rPr lang="yue-Latn-001" dirty="0"/>
              <a:t> </a:t>
            </a:r>
            <a:r>
              <a:rPr lang="en-GB" dirty="0" err="1"/>
              <a:t>mèng</a:t>
            </a:r>
            <a:r>
              <a:rPr lang="yue-Latn-001" dirty="0"/>
              <a:t>: thi</a:t>
            </a:r>
          </a:p>
          <a:p>
            <a:r>
              <a:rPr lang="yue-Latn-001" dirty="0"/>
              <a:t>Lò-mã-</a:t>
            </a:r>
            <a:r>
              <a:rPr lang="en-GB" dirty="0" err="1"/>
              <a:t>mèng</a:t>
            </a:r>
            <a:r>
              <a:rPr lang="yue-Latn-001" dirty="0"/>
              <a:t>: te</a:t>
            </a:r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yue-Latn-001" dirty="0"/>
              <a:t>: tơ</a:t>
            </a:r>
          </a:p>
          <a:p>
            <a:r>
              <a:rPr lang="yue-Latn-001" dirty="0"/>
              <a:t>Pý-dừ: ni-ti; ngõ tỵ; yât; txât; bát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059594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71C9A-74D8-15B5-86FE-500A59C4B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“T”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5393A8-08F4-D33C-38BC-CB436A74AF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73" r="23328" b="23553"/>
          <a:stretch>
            <a:fillRect/>
          </a:stretch>
        </p:blipFill>
        <p:spPr>
          <a:xfrm>
            <a:off x="5840360" y="0"/>
            <a:ext cx="3411796" cy="59499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B32399-889A-E7FC-B0FB-D8203B370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92" t="13746" r="16792" b="13765"/>
          <a:stretch>
            <a:fillRect/>
          </a:stretch>
        </p:blipFill>
        <p:spPr>
          <a:xfrm>
            <a:off x="9375190" y="2625212"/>
            <a:ext cx="2531675" cy="32514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CB6E1E-D663-A333-8A54-4DF59188CA11}"/>
              </a:ext>
            </a:extLst>
          </p:cNvPr>
          <p:cNvSpPr txBox="1"/>
          <p:nvPr/>
        </p:nvSpPr>
        <p:spPr>
          <a:xfrm>
            <a:off x="838200" y="1995948"/>
            <a:ext cx="385178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Đại-khải</a:t>
            </a:r>
            <a:r>
              <a:rPr lang="yue-Latn-001" sz="2800" dirty="0"/>
              <a:t> ké T, hệ yât có vành ké chung-kan hoi-xỉ hỷ-thầu țụ̆ sượng nhì hạ vạch yât có sự</a:t>
            </a:r>
          </a:p>
          <a:p>
            <a:r>
              <a:rPr lang="yue-Latn-001" sz="2800" dirty="0"/>
              <a:t>Ŧ</a:t>
            </a:r>
            <a:r>
              <a:rPr lang="en-GB" sz="2800" dirty="0"/>
              <a:t>ế-</a:t>
            </a:r>
            <a:r>
              <a:rPr lang="en-GB" sz="2800" dirty="0" err="1"/>
              <a:t>khải</a:t>
            </a:r>
            <a:r>
              <a:rPr lang="yue-Latn-001" sz="2800" dirty="0"/>
              <a:t> ké t hệ yât có sự ké chung-kan ŧẻ yât có vành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9446239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4DC47-7E56-EA64-5983-99FC699AB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TH th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29AF2-E2B7-2BAB-4580-3A8AF1C38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“Th” hệ yât có Việt Ngữ ké sinh mỗ. Hẩy Thòi-San vạ dập-miện sinh mỗ “th” biến sình chỏ “h”</a:t>
            </a:r>
          </a:p>
          <a:p>
            <a:r>
              <a:rPr lang="yue-Latn-001" dirty="0"/>
              <a:t>Phát-yâm: [t</a:t>
            </a:r>
            <a:r>
              <a:rPr lang="en-GB" dirty="0"/>
              <a:t>ʰ</a:t>
            </a:r>
            <a:r>
              <a:rPr lang="yue-Latn-001" dirty="0"/>
              <a:t>] </a:t>
            </a:r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yue-Latn-001" dirty="0"/>
              <a:t>: thơ</a:t>
            </a:r>
            <a:endParaRPr lang="en-GB" dirty="0"/>
          </a:p>
          <a:p>
            <a:r>
              <a:rPr lang="en-GB" dirty="0" err="1"/>
              <a:t>Pý-dừ</a:t>
            </a:r>
            <a:r>
              <a:rPr lang="en-GB" dirty="0"/>
              <a:t>:</a:t>
            </a:r>
            <a:r>
              <a:rPr lang="yue-Latn-001" dirty="0"/>
              <a:t> thùng-hương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079209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E735E-517F-FC7F-DAD5-9143AFFB9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TR tr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1E31F-0A7C-343B-55C1-6F5A1F9C4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“tr” hệ chung-củ hón-ngữ </a:t>
            </a:r>
            <a:r>
              <a:rPr lang="en-GB" dirty="0" err="1"/>
              <a:t>dập</a:t>
            </a:r>
            <a:r>
              <a:rPr lang="yue-Latn-001" dirty="0"/>
              <a:t> miện ké “chi-</a:t>
            </a:r>
            <a:r>
              <a:rPr lang="en-GB" dirty="0" err="1"/>
              <a:t>țổ</a:t>
            </a:r>
            <a:r>
              <a:rPr lang="yue-Latn-001" dirty="0"/>
              <a:t>” thùng “chong-țổ” ké sính-mỗ. “tr” ké țóc-dụng chử-yếu hệ dụng-lầy biểu-sị hón-țụ̆ ké nhần thùng đỵ-phong ké m</a:t>
            </a:r>
            <a:r>
              <a:rPr lang="en-GB" dirty="0" err="1"/>
              <a:t>ẻng</a:t>
            </a:r>
            <a:r>
              <a:rPr lang="yue-Latn-001" dirty="0"/>
              <a:t>. Bỵ-miễn thùng-yâm-țụ̆ ké ŧính-</a:t>
            </a:r>
            <a:r>
              <a:rPr lang="en-GB" dirty="0" err="1"/>
              <a:t>mèng</a:t>
            </a:r>
            <a:r>
              <a:rPr lang="yue-Latn-001" dirty="0"/>
              <a:t> chi kan mồ-pháp phân biệt ké txình-phóng.</a:t>
            </a:r>
          </a:p>
          <a:p>
            <a:r>
              <a:rPr lang="en-GB" dirty="0" err="1"/>
              <a:t>mèng</a:t>
            </a:r>
            <a:r>
              <a:rPr lang="yue-Latn-001" dirty="0"/>
              <a:t>: chi-țổ sinh-mỗ</a:t>
            </a:r>
          </a:p>
          <a:p>
            <a:r>
              <a:rPr lang="yue-Latn-001" dirty="0"/>
              <a:t>Pý-dừ: Trần Ka-Lõng; Trâu Hặng-Thùng; Trương Xiêu-Hùng</a:t>
            </a:r>
            <a:endParaRPr lang="en-GB" dirty="0"/>
          </a:p>
          <a:p>
            <a:r>
              <a:rPr lang="en-GB" dirty="0" err="1"/>
              <a:t>Trâu</a:t>
            </a:r>
            <a:r>
              <a:rPr lang="zh-TW" altLang="en-US" dirty="0"/>
              <a:t>鄒</a:t>
            </a:r>
            <a:r>
              <a:rPr lang="en-GB" dirty="0"/>
              <a:t> /Châu </a:t>
            </a:r>
            <a:r>
              <a:rPr lang="zh-TW" altLang="en-US" dirty="0"/>
              <a:t>周</a:t>
            </a:r>
            <a:r>
              <a:rPr lang="en-GB" dirty="0"/>
              <a:t> Trương</a:t>
            </a:r>
            <a:r>
              <a:rPr lang="zh-TW" altLang="en-US" dirty="0"/>
              <a:t>張</a:t>
            </a:r>
            <a:r>
              <a:rPr lang="en-GB" dirty="0"/>
              <a:t>/ </a:t>
            </a:r>
            <a:r>
              <a:rPr lang="en-GB" dirty="0" err="1"/>
              <a:t>Chương</a:t>
            </a:r>
            <a:r>
              <a:rPr lang="zh-TW" altLang="en-US" dirty="0"/>
              <a:t>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394202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A5964-77AA-5C37-530C-6EC88A883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TX tx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6D195-87DE-5603-AABC-EBC74CDE0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“tx” hệ yât có Việt-Ngữ ké sinh-mỗ. Hẩy Thòi-San vạ dập-miện “tx” ké phát-yâm biến-sình chỏ [t</a:t>
            </a:r>
            <a:r>
              <a:rPr lang="en-GB" dirty="0"/>
              <a:t>ʰ</a:t>
            </a:r>
            <a:r>
              <a:rPr lang="yue-Latn-001" dirty="0"/>
              <a:t>]. Hẩy di-ka ké Hong-Kong vạ dập-miền, sinh-mỗ “tx” thùng “x” ké phân-biệt dĩ-kinh ŧiêu-sât chỏ.</a:t>
            </a:r>
          </a:p>
          <a:p>
            <a:r>
              <a:rPr lang="yue-Latn-001" dirty="0"/>
              <a:t>Phát-yâm: [</a:t>
            </a:r>
            <a:r>
              <a:rPr lang="en-GB" dirty="0" err="1"/>
              <a:t>ʦʰ</a:t>
            </a:r>
            <a:r>
              <a:rPr lang="yue-Latn-001" dirty="0"/>
              <a:t>]</a:t>
            </a:r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yue-Latn-001" dirty="0"/>
              <a:t>: txơ</a:t>
            </a:r>
          </a:p>
          <a:p>
            <a:r>
              <a:rPr lang="yue-Latn-001" dirty="0"/>
              <a:t>Pý-dừ: txinh-txảu; dè-txói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422051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834A0-9251-3175-B7CD-36FCBDB95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TS ts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A717F-0CFC-1F88-C544-986194A3A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“ts” hệ yât có chuyên-mùn dụng-lầy biểu-sị ngọi-lòi txŭ̀ ké phụ-yâm. Khữ ké phát-yâm thùng “tx” ké yât-dượng, bât-quó “ts” m̀ sậu Thòi-San vạ “tx” biến-sình “th” yâm-biến ké yểnh-hưởng.</a:t>
            </a:r>
          </a:p>
          <a:p>
            <a:r>
              <a:rPr lang="yue-Latn-001" dirty="0"/>
              <a:t>Phát-yâm: [</a:t>
            </a:r>
            <a:r>
              <a:rPr lang="en-GB" dirty="0" err="1"/>
              <a:t>ʦʰ</a:t>
            </a:r>
            <a:r>
              <a:rPr lang="yue-Latn-001" dirty="0"/>
              <a:t>]</a:t>
            </a:r>
          </a:p>
          <a:p>
            <a:r>
              <a:rPr lang="yue-Latn-001" dirty="0"/>
              <a:t>Pý-dừ: Tsigan; Komatsu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882795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F96B-6274-064C-C606-E62B8AE0D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Ț ț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A22CD-8942-7681-607C-911268B3A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“ț” hệ yât có Việt Ngữ ké sinh-mỗ. Hẩy Thòi-San vạ dập miện, “ț” ké phát-yâm biến-sình chỏ [t]. Hẩy di-ka ké Hong-Kong vạ dập-miền, sinh-mỗ “ț” thùng “ch” ké phân-biệt dĩ-kinh ŧiêu-sât chỏ.</a:t>
            </a:r>
          </a:p>
          <a:p>
            <a:r>
              <a:rPr lang="yue-Latn-001" dirty="0"/>
              <a:t>Phát-yâm: [</a:t>
            </a:r>
            <a:r>
              <a:rPr lang="en-GB" dirty="0"/>
              <a:t>ʦ</a:t>
            </a:r>
            <a:r>
              <a:rPr lang="yue-Latn-001" dirty="0"/>
              <a:t>]</a:t>
            </a:r>
          </a:p>
          <a:p>
            <a:r>
              <a:rPr lang="yue-Latn-001" dirty="0"/>
              <a:t>Pý-dừ: țổ-quóc; ținh-sần; țảu-sần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993420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E899-4C1F-DC44-4986-855C657C1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“Ț”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066BD-43A1-FA0E-CECA-6B4C2D6CD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33568" cy="4351338"/>
          </a:xfrm>
        </p:spPr>
        <p:txBody>
          <a:bodyPr/>
          <a:lstStyle/>
          <a:p>
            <a:r>
              <a:rPr lang="en-GB" dirty="0"/>
              <a:t>Ț</a:t>
            </a:r>
            <a:r>
              <a:rPr lang="yue-Latn-001" dirty="0"/>
              <a:t>ụ̆-mỗ Ț hệ T ké hạ biên ka yât có đậu-hạu.</a:t>
            </a:r>
            <a:endParaRPr lang="en-GB" dirty="0"/>
          </a:p>
        </p:txBody>
      </p:sp>
      <p:pic>
        <p:nvPicPr>
          <p:cNvPr id="4" name="Picture 3" descr="Litera ț - Ț">
            <a:extLst>
              <a:ext uri="{FF2B5EF4-FFF2-40B4-BE49-F238E27FC236}">
                <a16:creationId xmlns:a16="http://schemas.microsoft.com/office/drawing/2014/main" id="{FE114B2B-C95D-8B52-14A5-E7F3A42DB5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45" t="-1" r="33190" b="68019"/>
          <a:stretch>
            <a:fillRect/>
          </a:stretch>
        </p:blipFill>
        <p:spPr>
          <a:xfrm>
            <a:off x="5760720" y="1304903"/>
            <a:ext cx="5516880" cy="416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15259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EA7CB-A54A-C8A7-3F4B-D4E66672F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Ŧ ŧ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283B1-E4E1-0B7C-6792-B11921C85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“ŧ” hệ yât có Việt Ngữ </a:t>
            </a:r>
            <a:r>
              <a:rPr lang="yue-Latn-001"/>
              <a:t>ké sinh-mỗ</a:t>
            </a:r>
            <a:r>
              <a:rPr lang="yue-Latn-001" dirty="0"/>
              <a:t>. Hẩy Thòi-San vạ dập miện, “ŧ” ké phát-yâm hệ [</a:t>
            </a:r>
            <a:r>
              <a:rPr lang="en-GB" dirty="0"/>
              <a:t>ɬ</a:t>
            </a:r>
            <a:r>
              <a:rPr lang="yue-Latn-001" dirty="0"/>
              <a:t>]. Hẩy siểu-số ké hẩu-yâm dập-miện, “ŧ” ké phát-yâm hệ [</a:t>
            </a:r>
            <a:r>
              <a:rPr lang="en-GB" dirty="0"/>
              <a:t>θ</a:t>
            </a:r>
            <a:r>
              <a:rPr lang="yue-Latn-001" dirty="0"/>
              <a:t>]. Hẩy Quỏng-Châu vạ dập-miện, “ŧ” ké phát-yâm hệ [s]. Hẩy di-ka ké Hong-Kong vạ dập-miền</a:t>
            </a:r>
            <a:r>
              <a:rPr lang="yue-Latn-001"/>
              <a:t>, sinh-mỗ </a:t>
            </a:r>
            <a:r>
              <a:rPr lang="yue-Latn-001" dirty="0"/>
              <a:t>“ŧ” thùng “s” ké phân-biệt dĩ-kinh ŧiêu-sât chỏ. Hẩy Txong-Ǹg bạch-vạ dập-miện, “ŧ” ké phát-yâm hệ [f].</a:t>
            </a:r>
          </a:p>
          <a:p>
            <a:r>
              <a:rPr lang="yue-Latn-001" dirty="0"/>
              <a:t>Phát-yâm: [</a:t>
            </a:r>
            <a:r>
              <a:rPr lang="en-GB" dirty="0"/>
              <a:t>ɬ</a:t>
            </a:r>
            <a:r>
              <a:rPr lang="yue-Latn-001" dirty="0"/>
              <a:t>] [</a:t>
            </a:r>
            <a:r>
              <a:rPr lang="en-GB" dirty="0"/>
              <a:t>θ</a:t>
            </a:r>
            <a:r>
              <a:rPr lang="yue-Latn-001" dirty="0"/>
              <a:t>] [s]</a:t>
            </a:r>
          </a:p>
          <a:p>
            <a:r>
              <a:rPr lang="yue-Latn-001" dirty="0"/>
              <a:t>Pý-dừ: ŧân-mằn; ŧâm-lỹ-học; ŧŭ-ŧưởng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259680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9ADFB-7F82-84F3-FBC0-4238C6696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“Ŧ”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BBC004-DAE4-F25B-580C-0BD063586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52" t="13378" r="16887" b="13057"/>
          <a:stretch>
            <a:fillRect/>
          </a:stretch>
        </p:blipFill>
        <p:spPr>
          <a:xfrm>
            <a:off x="9215119" y="2641516"/>
            <a:ext cx="2438401" cy="31902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E4D3D3-1021-55DD-3F59-40B2321BD8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3" r="23928" b="23680"/>
          <a:stretch>
            <a:fillRect/>
          </a:stretch>
        </p:blipFill>
        <p:spPr>
          <a:xfrm>
            <a:off x="5651611" y="79277"/>
            <a:ext cx="3238389" cy="57524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AD2103-4CE9-7B67-4113-82657ED898D2}"/>
              </a:ext>
            </a:extLst>
          </p:cNvPr>
          <p:cNvSpPr txBox="1"/>
          <p:nvPr/>
        </p:nvSpPr>
        <p:spPr>
          <a:xfrm>
            <a:off x="838200" y="2174536"/>
            <a:ext cx="362204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yue-Latn-001" sz="3200" dirty="0"/>
              <a:t>Țụ̆-mỗ Ŧ hệ țụ̆-mỗ T ké chung-kan țói thiêm mài yât co vành.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31594464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28326-A6CD-A5BB-AF73-0DE3F3B23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U u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3BDA1-4912-AC1D-7D9A-AE84B3CF6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“u” hệ yât có Việt Ngữ ké nguyền-yâm. </a:t>
            </a:r>
            <a:r>
              <a:rPr lang="en-GB" dirty="0"/>
              <a:t>“</a:t>
            </a:r>
            <a:r>
              <a:rPr lang="yue-Latn-001" dirty="0"/>
              <a:t>u</a:t>
            </a:r>
            <a:r>
              <a:rPr lang="en-GB" dirty="0"/>
              <a:t>” </a:t>
            </a:r>
            <a:r>
              <a:rPr lang="en-GB" dirty="0" err="1"/>
              <a:t>đô</a:t>
            </a:r>
            <a:r>
              <a:rPr lang="en-GB" dirty="0"/>
              <a:t>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yât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kái-yâm</a:t>
            </a:r>
            <a:r>
              <a:rPr lang="en-GB" dirty="0"/>
              <a:t>, </a:t>
            </a:r>
            <a:r>
              <a:rPr lang="en-GB" dirty="0" err="1"/>
              <a:t>hỏ-dỉ</a:t>
            </a:r>
            <a:r>
              <a:rPr lang="en-GB" dirty="0"/>
              <a:t> </a:t>
            </a:r>
            <a:r>
              <a:rPr lang="en-GB" dirty="0" err="1"/>
              <a:t>thùng</a:t>
            </a:r>
            <a:r>
              <a:rPr lang="en-GB" dirty="0"/>
              <a:t> </a:t>
            </a:r>
            <a:r>
              <a:rPr lang="en-GB" dirty="0" err="1"/>
              <a:t>khỳ-tha</a:t>
            </a:r>
            <a:r>
              <a:rPr lang="en-GB" dirty="0"/>
              <a:t> </a:t>
            </a:r>
            <a:r>
              <a:rPr lang="en-GB" dirty="0" err="1"/>
              <a:t>ké</a:t>
            </a:r>
            <a:r>
              <a:rPr lang="en-GB" dirty="0"/>
              <a:t> </a:t>
            </a:r>
            <a:r>
              <a:rPr lang="en-GB" dirty="0" err="1"/>
              <a:t>nguyền-yâm</a:t>
            </a:r>
            <a:r>
              <a:rPr lang="en-GB" dirty="0"/>
              <a:t> </a:t>
            </a:r>
            <a:r>
              <a:rPr lang="en-GB" dirty="0" err="1"/>
              <a:t>țổ-sình</a:t>
            </a:r>
            <a:r>
              <a:rPr lang="en-GB" dirty="0"/>
              <a:t> </a:t>
            </a:r>
            <a:r>
              <a:rPr lang="en-GB" dirty="0" err="1"/>
              <a:t>ph</a:t>
            </a:r>
            <a:r>
              <a:rPr lang="yue-Latn-001" dirty="0"/>
              <a:t>u</a:t>
            </a:r>
            <a:r>
              <a:rPr lang="en-GB" dirty="0"/>
              <a:t>c-</a:t>
            </a:r>
            <a:r>
              <a:rPr lang="en-GB" dirty="0" err="1"/>
              <a:t>nguyền</a:t>
            </a:r>
            <a:r>
              <a:rPr lang="en-GB" dirty="0"/>
              <a:t>-</a:t>
            </a:r>
            <a:r>
              <a:rPr lang="en-GB" dirty="0" err="1"/>
              <a:t>yâm</a:t>
            </a:r>
            <a:r>
              <a:rPr lang="yue-Latn-001" dirty="0"/>
              <a:t>, lệ-nhừ “ua” “uâ” “âu” “iu”. </a:t>
            </a:r>
          </a:p>
          <a:p>
            <a:r>
              <a:rPr lang="yue-Latn-001" dirty="0"/>
              <a:t>Phát-yâm: [u]</a:t>
            </a:r>
          </a:p>
          <a:p>
            <a:r>
              <a:rPr lang="en-GB" dirty="0" err="1"/>
              <a:t>Yênh-mằn</a:t>
            </a:r>
            <a:r>
              <a:rPr lang="yue-Latn-001" dirty="0"/>
              <a:t>-</a:t>
            </a:r>
            <a:r>
              <a:rPr lang="en-GB" dirty="0" err="1"/>
              <a:t>mèng</a:t>
            </a:r>
            <a:r>
              <a:rPr lang="yue-Latn-001" dirty="0"/>
              <a:t>: diu</a:t>
            </a:r>
          </a:p>
          <a:p>
            <a:r>
              <a:rPr lang="yue-Latn-001" dirty="0"/>
              <a:t>Lò-mã-</a:t>
            </a:r>
            <a:r>
              <a:rPr lang="en-GB" dirty="0" err="1"/>
              <a:t>mèng</a:t>
            </a:r>
            <a:r>
              <a:rPr lang="yue-Latn-001" dirty="0"/>
              <a:t>: u</a:t>
            </a:r>
          </a:p>
          <a:p>
            <a:r>
              <a:rPr lang="yue-Latn-001" dirty="0"/>
              <a:t>Pý-dừ: phu-nhần; củ-đọi; u-dinh; siu-mại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012170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2E828-479E-0E24-9508-33C283BC8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“U”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0C5AC3-88C8-8220-6664-E282484EA9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7" t="12049" r="13638" b="13610"/>
          <a:stretch>
            <a:fillRect/>
          </a:stretch>
        </p:blipFill>
        <p:spPr>
          <a:xfrm>
            <a:off x="8822813" y="2566218"/>
            <a:ext cx="3234814" cy="32348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78DD68-76CF-00DC-C617-1E848966C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08" r="16040" b="23704"/>
          <a:stretch>
            <a:fillRect/>
          </a:stretch>
        </p:blipFill>
        <p:spPr>
          <a:xfrm>
            <a:off x="4080387" y="59556"/>
            <a:ext cx="4742426" cy="57414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FE6B30-E0C6-07E8-5188-9BF260779EEB}"/>
              </a:ext>
            </a:extLst>
          </p:cNvPr>
          <p:cNvSpPr txBox="1"/>
          <p:nvPr/>
        </p:nvSpPr>
        <p:spPr>
          <a:xfrm>
            <a:off x="629920" y="2407920"/>
            <a:ext cx="30073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Ț</a:t>
            </a:r>
            <a:r>
              <a:rPr lang="yue-Latn-001" sz="2800" dirty="0"/>
              <a:t>ụ̆-mỗ U hê ŧẻ huòn đệ yât có sự nhiền-hậu chuyển van xiều hướng dậu sượng phong, thình-đuận, țói ŧẻ yât có sự.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86714770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1F778-B21F-904D-4955-CA769FAB7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UY uy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69AAD-17BC-78A5-DCE3-0A3662786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“uy” hệ yât có hón-việt-txŭ̀ ké sinh mỗ. “uy” ké phát yâm hẩy Quỏng-Châu vạ dập-miện hệ </a:t>
            </a:r>
            <a:r>
              <a:rPr lang="en-GB" dirty="0"/>
              <a:t>[</a:t>
            </a:r>
            <a:r>
              <a:rPr lang="en-GB" dirty="0" err="1"/>
              <a:t>wɐi</a:t>
            </a:r>
            <a:r>
              <a:rPr lang="en-GB" dirty="0"/>
              <a:t>]</a:t>
            </a:r>
            <a:r>
              <a:rPr lang="yue-Latn-001" dirty="0"/>
              <a:t>, đô hỏ-dĩ đục-sình [wei]. “uy” ké phát yâm hẩy Thòi-San vạ dập-miện hệ </a:t>
            </a:r>
            <a:r>
              <a:rPr lang="en-GB" dirty="0"/>
              <a:t>[</a:t>
            </a:r>
            <a:r>
              <a:rPr lang="en-GB" dirty="0" err="1"/>
              <a:t>ui</a:t>
            </a:r>
            <a:r>
              <a:rPr lang="en-GB" dirty="0"/>
              <a:t>]</a:t>
            </a:r>
            <a:r>
              <a:rPr lang="yue-Latn-001" dirty="0"/>
              <a:t>. </a:t>
            </a:r>
          </a:p>
          <a:p>
            <a:r>
              <a:rPr lang="yue-Latn-001" dirty="0"/>
              <a:t>Phát-yâm: </a:t>
            </a:r>
            <a:r>
              <a:rPr lang="en-GB" dirty="0"/>
              <a:t>[</a:t>
            </a:r>
            <a:r>
              <a:rPr lang="en-GB" dirty="0" err="1"/>
              <a:t>wɐi</a:t>
            </a:r>
            <a:r>
              <a:rPr lang="en-GB" dirty="0"/>
              <a:t>]</a:t>
            </a:r>
            <a:r>
              <a:rPr lang="yue-Latn-001" dirty="0"/>
              <a:t> </a:t>
            </a:r>
            <a:r>
              <a:rPr lang="en-GB" dirty="0"/>
              <a:t>[</a:t>
            </a:r>
            <a:r>
              <a:rPr lang="en-GB" dirty="0" err="1"/>
              <a:t>wei</a:t>
            </a:r>
            <a:r>
              <a:rPr lang="en-GB" dirty="0"/>
              <a:t>]</a:t>
            </a:r>
            <a:r>
              <a:rPr lang="yue-Latn-001" dirty="0"/>
              <a:t> [ui]</a:t>
            </a:r>
          </a:p>
          <a:p>
            <a:r>
              <a:rPr lang="yue-Latn-001" dirty="0"/>
              <a:t>Pý-dừ: quỷ; siếu-úy; quý; uy-lịch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241578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51532-DCBD-9F29-995A-C15D89BE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UÂ uâ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A56B7-2E5E-2F84-6649-32BD9F2F1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“uâ” hệ yât có Việt Ngữ ké nguyền-yâm. Hẩy Quỏng-Châu vạ dập-miện “uâ” ké phát-yâm hệ [</a:t>
            </a:r>
            <a:r>
              <a:rPr lang="en-GB" dirty="0"/>
              <a:t>ɵ</a:t>
            </a:r>
            <a:r>
              <a:rPr lang="yue-Latn-001" dirty="0"/>
              <a:t>]. Hẩy Thòi-San vạ dập-miện “uâ” ké phát-yâm hệ [u]. Hẩy Hâm-Châu bạch-vạ dập miện “uâ” ké phát-yâm hệ [</a:t>
            </a:r>
            <a:r>
              <a:rPr lang="en-GB" dirty="0"/>
              <a:t>ɐ</a:t>
            </a:r>
            <a:r>
              <a:rPr lang="yue-Latn-001" dirty="0"/>
              <a:t>]. Hẩy Thầy-Ngòn Việt ngữ dập miện “uâ” kinh-sường đục sình [w</a:t>
            </a:r>
            <a:r>
              <a:rPr lang="en-GB" dirty="0"/>
              <a:t>ə</a:t>
            </a:r>
            <a:r>
              <a:rPr lang="yue-Latn-001" dirty="0"/>
              <a:t>]</a:t>
            </a:r>
          </a:p>
          <a:p>
            <a:r>
              <a:rPr lang="yue-Latn-001" dirty="0"/>
              <a:t>Phát-yâm: [</a:t>
            </a:r>
            <a:r>
              <a:rPr lang="en-GB" dirty="0"/>
              <a:t>ɵ</a:t>
            </a:r>
            <a:r>
              <a:rPr lang="yue-Latn-001" dirty="0"/>
              <a:t>]</a:t>
            </a:r>
          </a:p>
          <a:p>
            <a:r>
              <a:rPr lang="yue-Latn-001" dirty="0"/>
              <a:t>Pý-dừ: xuân-thiên; luật-sŭ; chuẩn-bỵ;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607416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FD9D8-CAAF-F57D-E63E-46C8E6509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Ư ư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7BF4F-3641-6234-8527-375B04DF5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Khữ hệ yât có Việt Ngữ ké nguyền-yâm. Hẩy Quỏng-Châu vạ dập-miện, nhừ-quỏ vận-mỗ “ư” ké txiền-biên </a:t>
            </a:r>
            <a:r>
              <a:rPr lang="yue-Latn-001"/>
              <a:t>ké sinh-mỗ </a:t>
            </a:r>
            <a:r>
              <a:rPr lang="yue-Latn-001" dirty="0"/>
              <a:t>hệ “ț” “tx” “ŧ” “c” “kh” “h” “n” “l</a:t>
            </a:r>
            <a:r>
              <a:rPr lang="yue-Latn-001"/>
              <a:t>”, sinh-mỗ </a:t>
            </a:r>
            <a:r>
              <a:rPr lang="yue-Latn-001" dirty="0"/>
              <a:t>“ư” ké phát-yâm vội biến-sình [</a:t>
            </a:r>
            <a:r>
              <a:rPr lang="en-GB" dirty="0" err="1"/>
              <a:t>ɵy</a:t>
            </a:r>
            <a:r>
              <a:rPr lang="yue-Latn-001" dirty="0"/>
              <a:t>]. Hẩy Quỏng-Ŧây ké bạch-vạ dập-miện, “ư“ ké phát-yâm hệ “i”. Hẩy Thòi-San vạ dập-miện, nhừ-quỏ vận-mỗ “ư” ké txiền-biên </a:t>
            </a:r>
            <a:r>
              <a:rPr lang="yue-Latn-001"/>
              <a:t>ké sinh-mỗ </a:t>
            </a:r>
            <a:r>
              <a:rPr lang="yue-Latn-001" dirty="0"/>
              <a:t>hệ “c” “kh” “h” “n” “l</a:t>
            </a:r>
            <a:r>
              <a:rPr lang="yue-Latn-001"/>
              <a:t>”, sinh-mỗ </a:t>
            </a:r>
            <a:r>
              <a:rPr lang="yue-Latn-001" dirty="0"/>
              <a:t>“ư” ké phát-yâm vội biến-sình [ui], khỳ-tha txình-phóng để-hạ biến-sình [u]</a:t>
            </a:r>
          </a:p>
          <a:p>
            <a:r>
              <a:rPr lang="yue-Latn-001" dirty="0"/>
              <a:t>Phát-yâm: [y]</a:t>
            </a:r>
          </a:p>
          <a:p>
            <a:r>
              <a:rPr lang="yue-Latn-001" dirty="0"/>
              <a:t>Pý-dừ: dừ-đản, ư-sị.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219272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3AF09-A6F9-AA3D-18BA-9382C560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“Ư”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EAC66D-BA2D-606D-0314-B630E53671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3" r="17192" b="22875"/>
          <a:stretch>
            <a:fillRect/>
          </a:stretch>
        </p:blipFill>
        <p:spPr>
          <a:xfrm>
            <a:off x="4084320" y="582636"/>
            <a:ext cx="4704080" cy="5754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F80904-D13C-EDBA-0887-B477353F8C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81" t="13441" r="12803" b="13916"/>
          <a:stretch>
            <a:fillRect/>
          </a:stretch>
        </p:blipFill>
        <p:spPr>
          <a:xfrm>
            <a:off x="8895079" y="3099318"/>
            <a:ext cx="3205481" cy="31186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328735-E9C9-5793-D6ED-35873AC02BB5}"/>
              </a:ext>
            </a:extLst>
          </p:cNvPr>
          <p:cNvSpPr txBox="1"/>
          <p:nvPr/>
        </p:nvSpPr>
        <p:spPr>
          <a:xfrm>
            <a:off x="193039" y="2387600"/>
            <a:ext cx="378460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yue-Latn-001" sz="2800" dirty="0"/>
              <a:t>Țụ̆-mỗ Ư, hảu txụ̆ țụ̆-mỗ U ké pòng-biên thiêm mài chỏ yât thiều ŧô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70159428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9B199-AF00-CDDF-19BB-C0A614A8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UYÊ uyê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B2C04-F829-FAB1-77B8-51497E3FC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Khữ hệ yât có chuyên mùn dụng lầy biểu sị hón-việt txŭ̀ yâm-vỵ ké chính-ŧẻ.</a:t>
            </a:r>
          </a:p>
          <a:p>
            <a:r>
              <a:rPr lang="yue-Latn-001" dirty="0"/>
              <a:t>Khữ ké phát yâm hẩy Quỏng Châu dập-miện hê [y]. Hẩy Quỏng Ŧây ké Bạch-Vạ dập miện kỏng [i], hẩy Thòi-San vạ dập miền kỏng [u]</a:t>
            </a:r>
          </a:p>
          <a:p>
            <a:r>
              <a:rPr lang="yue-Latn-001" dirty="0"/>
              <a:t>Pỳ-dừ: chuyên-mùn, țuyệt-đúi.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350905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8A6E7-960E-0BED-3A46-130E9E817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UO uo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D6480-2B3C-7D1E-DAE7-7528E03FF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“uo” hệ yât có chuyên mùn dụng lầy biểu sị hón-việt txŭ̀ yâm-vỵ ké chính-ŧẻ.</a:t>
            </a:r>
          </a:p>
          <a:p>
            <a:r>
              <a:rPr lang="yue-Latn-001" dirty="0"/>
              <a:t> Hẩy Quỏng Châu dập-miện “uo” ké phát-yâm hê [y]. Hẩy Quỏng Ŧây ké Bạch-Vạ dập miện “uo” ké phát-yâm hệ [i]. Hẩy Thòi-San vạ dập miền “uo” ké phát-yâm hệ [</a:t>
            </a:r>
            <a:r>
              <a:rPr lang="en-GB" dirty="0" err="1"/>
              <a:t>uɔ</a:t>
            </a:r>
            <a:r>
              <a:rPr lang="yue-Latn-001" dirty="0"/>
              <a:t>]</a:t>
            </a:r>
          </a:p>
          <a:p>
            <a:r>
              <a:rPr lang="yue-Latn-001" dirty="0"/>
              <a:t>Pỳ-dừ: sŭ-thuòn; thuót-lỳ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90757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E1ECA-C5BC-BC48-AE3B-906EAC8AB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UI ui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A8E63-6D7D-DE12-FE1D-C456A60AF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“ui” hệ yât có Việt Ngữ ké vận-mỗ. Hẩy Quỏng-Châu vạ dập-miện, “ui” ké phát-yâm hệ [</a:t>
            </a:r>
            <a:r>
              <a:rPr lang="en-GB" dirty="0"/>
              <a:t>ɵ</a:t>
            </a:r>
            <a:r>
              <a:rPr lang="yue-Latn-001" dirty="0"/>
              <a:t>y]. Hẩy Thòi-San vạ thùng Hâm-Châu vạ dập-miện, “ui” ké phát-yâm hệ [ui]</a:t>
            </a:r>
          </a:p>
          <a:p>
            <a:r>
              <a:rPr lang="yue-Latn-001" dirty="0"/>
              <a:t>Phát-yâm: [</a:t>
            </a:r>
            <a:r>
              <a:rPr lang="en-GB" dirty="0"/>
              <a:t>ɵ</a:t>
            </a:r>
            <a:r>
              <a:rPr lang="yue-Latn-001" dirty="0"/>
              <a:t>y] [ui]</a:t>
            </a:r>
          </a:p>
          <a:p>
            <a:r>
              <a:rPr lang="yue-Latn-001" dirty="0"/>
              <a:t>Pý-dừ: sủi-kảo; đụi-ñg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196157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20253-7845-93E7-3B20-172BF1AE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752F3-7506-42C7-871C-D685234FD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ÔI ôi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EB8D0-8AB1-8FCF-AEEF-B5AB26FBB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“ôi” hệ yât có Việt Ngữ ké vận-mỗ. Hẩy Quỏng-Châu vạ thùng Thòi-San vạ dập-miện, “ôi” ké phát-yâm hệ [ui]. “ôi” đô hỏ-dĩ đục sình [oi] [</a:t>
            </a:r>
            <a:r>
              <a:rPr lang="en-GB" dirty="0" err="1"/>
              <a:t>uɔi</a:t>
            </a:r>
            <a:r>
              <a:rPr lang="yue-Latn-001" dirty="0"/>
              <a:t>]</a:t>
            </a:r>
          </a:p>
          <a:p>
            <a:r>
              <a:rPr lang="yue-Latn-001" dirty="0"/>
              <a:t>Phát-yâm: [ui] [oi] [</a:t>
            </a:r>
            <a:r>
              <a:rPr lang="en-GB" dirty="0" err="1"/>
              <a:t>uɔi</a:t>
            </a:r>
            <a:r>
              <a:rPr lang="yue-Latn-001" dirty="0"/>
              <a:t>]</a:t>
            </a:r>
          </a:p>
          <a:p>
            <a:r>
              <a:rPr lang="yue-Latn-001" dirty="0"/>
              <a:t>Pý-dừ: mỗi-nhật;</a:t>
            </a:r>
            <a:r>
              <a:rPr lang="en-GB" dirty="0"/>
              <a:t> </a:t>
            </a:r>
            <a:r>
              <a:rPr lang="yue-Latn-001" dirty="0"/>
              <a:t>phôi-xần; phân-pối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106549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3848-0C0F-60A2-A5CF-4554DEC56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ƯƠ ươ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F367F-2255-1FD1-6C7C-42F026E17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Khữ hệ yât có Việt Ngữ ké nguyền-yâm. Khữ ké hậu-</a:t>
            </a:r>
            <a:r>
              <a:rPr lang="en-GB" dirty="0" err="1"/>
              <a:t>bịn</a:t>
            </a:r>
            <a:r>
              <a:rPr lang="yue-Latn-001" dirty="0"/>
              <a:t> vội tiếp chự “c” yât-hệ “ng” ké vận-mỹ.</a:t>
            </a:r>
          </a:p>
          <a:p>
            <a:r>
              <a:rPr lang="yue-Latn-001" dirty="0"/>
              <a:t>Phát yâm: [</a:t>
            </a:r>
            <a:r>
              <a:rPr lang="en-GB" dirty="0"/>
              <a:t>œ</a:t>
            </a:r>
            <a:r>
              <a:rPr lang="yue-Latn-001" dirty="0"/>
              <a:t>], dẫu ti hẩu yâm vội kỏng [</a:t>
            </a:r>
            <a:r>
              <a:rPr lang="en-GB" dirty="0" err="1"/>
              <a:t>iɔ</a:t>
            </a:r>
            <a:r>
              <a:rPr lang="yue-Latn-001" dirty="0"/>
              <a:t>] [</a:t>
            </a:r>
            <a:r>
              <a:rPr lang="en-GB" dirty="0" err="1"/>
              <a:t>iɛ</a:t>
            </a:r>
            <a:r>
              <a:rPr lang="yue-Latn-001" dirty="0"/>
              <a:t>].</a:t>
            </a:r>
          </a:p>
          <a:p>
            <a:r>
              <a:rPr lang="yue-Latn-001" dirty="0"/>
              <a:t>Pý-dừ: hương-xường; chiến-lược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076667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0D3C6-F025-DF7B-969F-08723E5C9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5F8F7-BBA4-7D2B-8EB5-63A567E9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ƯA ưa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AE36E-7C50-1826-C581-34DE4D855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“ưa” ké phát yâm thùng “ươ” huòn-txuyền yât-dượng. Khữ hệ yât có vận-mỗ, khữ hậu </a:t>
            </a:r>
            <a:r>
              <a:rPr lang="en-GB" dirty="0" err="1"/>
              <a:t>bịn</a:t>
            </a:r>
            <a:r>
              <a:rPr lang="yue-Latn-001" dirty="0"/>
              <a:t> m̀ vội dẫu phụ-yâm.</a:t>
            </a:r>
          </a:p>
          <a:p>
            <a:r>
              <a:rPr lang="yue-Latn-001" dirty="0"/>
              <a:t>Phát yâm: [</a:t>
            </a:r>
            <a:r>
              <a:rPr lang="en-GB" dirty="0"/>
              <a:t>œ</a:t>
            </a:r>
            <a:r>
              <a:rPr lang="yue-Latn-001" dirty="0"/>
              <a:t>]</a:t>
            </a:r>
          </a:p>
          <a:p>
            <a:r>
              <a:rPr lang="yue-Latn-001" dirty="0"/>
              <a:t>Pý-dừ: cứa, chừa-chưa, 1 đửa pha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277688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4E818-275D-F606-D936-8AB52F518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Ŭ ŭ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CEF25-BD15-1F9D-E9AA-08D54ABA2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“ŭ” hệ yât có Việt Ngữ ké vận-mỗ. </a:t>
            </a:r>
            <a:r>
              <a:rPr lang="en-GB" dirty="0"/>
              <a:t>H</a:t>
            </a:r>
            <a:r>
              <a:rPr lang="yue-Latn-001" dirty="0"/>
              <a:t>ẩy di-ka Hong-Kỏng vạ dập miện dĩ kinh biến sình chỏ “i”. Hẩy Thòi-San vạ dập miện biến sình chỏ “u”. Hẩy Suận-Đăc vạ dập miền biến sình chỏ “ư”</a:t>
            </a:r>
          </a:p>
          <a:p>
            <a:r>
              <a:rPr lang="yue-Latn-001" dirty="0"/>
              <a:t>Phát-Yâm: [</a:t>
            </a:r>
            <a:r>
              <a:rPr lang="en-GB" dirty="0"/>
              <a:t>ɿ</a:t>
            </a:r>
            <a:r>
              <a:rPr lang="yue-Latn-001" dirty="0"/>
              <a:t>]</a:t>
            </a:r>
          </a:p>
          <a:p>
            <a:r>
              <a:rPr lang="en-GB" dirty="0" err="1"/>
              <a:t>mèng</a:t>
            </a:r>
            <a:r>
              <a:rPr lang="yue-Latn-001" dirty="0"/>
              <a:t>: ŭ</a:t>
            </a:r>
          </a:p>
          <a:p>
            <a:r>
              <a:rPr lang="yue-Latn-001" dirty="0"/>
              <a:t>Pý-dừ; Sŭ-țŭ̉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808476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A1EDF-0CDC-E5BE-5712-877C4865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“Ŭ”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6DE0E1-01F1-8203-3DF3-51E4843A9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159" y="1027906"/>
            <a:ext cx="4385251" cy="52121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47954F-0850-A52E-EB67-225BFD12A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5897" y="2841619"/>
            <a:ext cx="2951304" cy="33984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98CD8A-E61C-B759-A0D9-0F6442FF5291}"/>
              </a:ext>
            </a:extLst>
          </p:cNvPr>
          <p:cNvSpPr txBox="1"/>
          <p:nvPr/>
        </p:nvSpPr>
        <p:spPr>
          <a:xfrm>
            <a:off x="666898" y="2149121"/>
            <a:ext cx="35887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yue-Latn-001" sz="2800" dirty="0"/>
              <a:t>Țụ̆-mỗ Ŭ hảu-txụ̆ U thầu đỉnh săng chỏ yât đúi kóc.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29780220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4805-FCE9-8512-5EFF-72D4257C1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V v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797F7-8E5F-7DD4-54D2-60D9911E4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yue-Latn-001" dirty="0"/>
              <a:t>“v” hệ Việt-ngữ ké vận-sẩu. hẩy Việt-Nàm băc bộ thùng Quỏng-Ŧây ké Bạch-Vạ dập miện, sinh-mỗ “v” ké phát-yâm </a:t>
            </a:r>
            <a:r>
              <a:rPr lang="en-GB" dirty="0"/>
              <a:t>[ʋ]</a:t>
            </a:r>
            <a:r>
              <a:rPr lang="yue-Latn-001" dirty="0"/>
              <a:t>. Hẩy Hong-Kỏng, thùng Thầy-Ngòn ké Việt Ngữ dập-miện, đại bộ phận nhần vội kỏng [w]. Țụ̆-mỗ “v” dịch đô xuât hiện hây ngọi-lòi txŭ̀ dập miện.</a:t>
            </a:r>
          </a:p>
          <a:p>
            <a:r>
              <a:rPr lang="yue-Latn-001" dirty="0"/>
              <a:t>Phát yâm: </a:t>
            </a:r>
            <a:r>
              <a:rPr lang="en-GB" dirty="0"/>
              <a:t>[ʋ] [w]</a:t>
            </a:r>
            <a:endParaRPr lang="yue-Latn-001" dirty="0"/>
          </a:p>
          <a:p>
            <a:r>
              <a:rPr lang="en-GB" dirty="0" err="1"/>
              <a:t>Yênh-mằn</a:t>
            </a:r>
            <a:r>
              <a:rPr lang="yue-Latn-001" dirty="0"/>
              <a:t>-</a:t>
            </a:r>
            <a:r>
              <a:rPr lang="en-GB" dirty="0" err="1"/>
              <a:t>mèng</a:t>
            </a:r>
            <a:r>
              <a:rPr lang="yue-Latn-001" dirty="0"/>
              <a:t>: Vi</a:t>
            </a:r>
          </a:p>
          <a:p>
            <a:r>
              <a:rPr lang="yue-Latn-001" dirty="0"/>
              <a:t>Lò-Mã </a:t>
            </a:r>
            <a:r>
              <a:rPr lang="en-GB" dirty="0" err="1"/>
              <a:t>mèng</a:t>
            </a:r>
            <a:r>
              <a:rPr lang="yue-Latn-001" dirty="0"/>
              <a:t>: Ve</a:t>
            </a:r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yue-Latn-001" dirty="0"/>
              <a:t>: vơ</a:t>
            </a:r>
          </a:p>
          <a:p>
            <a:r>
              <a:rPr lang="yue-Latn-001" dirty="0"/>
              <a:t>Pý-dừ: bạch-vạ; vĩnh-viễn; Victoria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436662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F4A31-E401-7052-320E-D449D8682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“V”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7235EF-69FF-40C5-DB1F-A6A700C481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2" t="12915" r="16614" b="13535"/>
          <a:stretch>
            <a:fillRect/>
          </a:stretch>
        </p:blipFill>
        <p:spPr>
          <a:xfrm>
            <a:off x="9560560" y="2926397"/>
            <a:ext cx="2448560" cy="3200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B27608-CBFC-56D3-C6F6-95E9754E9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02" t="5324" r="20319" b="24444"/>
          <a:stretch>
            <a:fillRect/>
          </a:stretch>
        </p:blipFill>
        <p:spPr>
          <a:xfrm>
            <a:off x="5527039" y="787390"/>
            <a:ext cx="3942081" cy="53394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EABC57-2A2E-15B3-5A76-C9487D0C310A}"/>
              </a:ext>
            </a:extLst>
          </p:cNvPr>
          <p:cNvSpPr txBox="1"/>
          <p:nvPr/>
        </p:nvSpPr>
        <p:spPr>
          <a:xfrm>
            <a:off x="838200" y="2519680"/>
            <a:ext cx="4140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yue-Latn-001" sz="2800" dirty="0"/>
              <a:t>Sẩu ŧiên ŧẻ yât có piết, ŧẻ huòn dĩ-hậu tiếp chự chuyển sượng hứ ŧẻ yât có thề.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81402183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49891-5A0E-3FD4-7466-A87888D6A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VIÊ, viê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2A636-48CD-11EF-409A-758EB7886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Khữ hệ yât có chuyên-mùn dụng lầy biểu sị hón-việt-txŭ̀ ké yâm-vỵ.</a:t>
            </a:r>
          </a:p>
          <a:p>
            <a:r>
              <a:rPr lang="yue-Latn-001" dirty="0"/>
              <a:t>Phát-yâm: hây Quỏng-Châu vạ dập miện kỏng [jy], hẩy Thòi-San vạ dập miện kỏng [</a:t>
            </a:r>
            <a:r>
              <a:rPr lang="en-GB" dirty="0" err="1"/>
              <a:t>ʝuɔ</a:t>
            </a:r>
            <a:r>
              <a:rPr lang="en-GB" dirty="0"/>
              <a:t>], </a:t>
            </a:r>
            <a:r>
              <a:rPr lang="yue-Latn-001" dirty="0"/>
              <a:t>hẩy Phá-Châu Việt-Ngữ dập miện kỏng [</a:t>
            </a:r>
            <a:r>
              <a:rPr lang="en-GB" dirty="0" err="1"/>
              <a:t>ʋi</a:t>
            </a:r>
            <a:r>
              <a:rPr lang="yue-Latn-001" dirty="0"/>
              <a:t>], hẩy Băc-Hỏi Bạch-Vạ dập miện kỏng [j</a:t>
            </a:r>
            <a:r>
              <a:rPr lang="en-GB" dirty="0" err="1"/>
              <a:t>i</a:t>
            </a:r>
            <a:r>
              <a:rPr lang="yue-Latn-001" dirty="0"/>
              <a:t>]</a:t>
            </a:r>
          </a:p>
          <a:p>
            <a:r>
              <a:rPr lang="yue-Latn-001" dirty="0"/>
              <a:t>Pý-dừ: Việt-Ngữ; động-viền.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39974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7B348-7434-FDE5-B61A-589BA85DE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VY vy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FDF5D-7DBC-CCE9-23DB-ACF86C8C4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Khữ hệ yât có chuyên-mùn dụng-lầy biểu-sị hón-việt-txŭ̀ yâm-vỵ ké yâm-țiết. </a:t>
            </a:r>
            <a:r>
              <a:rPr lang="en-GB" dirty="0"/>
              <a:t>H</a:t>
            </a:r>
            <a:r>
              <a:rPr lang="yue-Latn-001" dirty="0"/>
              <a:t>ẩy Quỏng Châu vạ dập miện kỏng [</a:t>
            </a:r>
            <a:r>
              <a:rPr lang="en-GB" dirty="0" err="1"/>
              <a:t>wɐi</a:t>
            </a:r>
            <a:r>
              <a:rPr lang="yue-Latn-001" dirty="0"/>
              <a:t>]. Hây Thòi-San vạ dập-miện kỏng [</a:t>
            </a:r>
            <a:r>
              <a:rPr lang="en-GB" dirty="0" err="1"/>
              <a:t>ʋei</a:t>
            </a:r>
            <a:r>
              <a:rPr lang="yue-Latn-001" dirty="0"/>
              <a:t>]. Hẩy Ŧân-Vội hẩu-yâm dập-miện kỏng [</a:t>
            </a:r>
            <a:r>
              <a:rPr lang="en-GB" dirty="0" err="1"/>
              <a:t>ʋui</a:t>
            </a:r>
            <a:r>
              <a:rPr lang="yue-Latn-001" dirty="0"/>
              <a:t>]</a:t>
            </a:r>
          </a:p>
          <a:p>
            <a:r>
              <a:rPr lang="yue-Latn-001" dirty="0"/>
              <a:t>Phý-dừ: yân-vỳ; vỵ-chí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042323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0AE54-7BC2-0DBF-BEE1-774A171F0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W w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87C5E-F290-E2F7-F3B6-C129B3B05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Khữ hệ yât có chỉ xuât hiện hẩy ngọi-lòi txŭ̀ dập miền ké țụ̆-mỗ</a:t>
            </a:r>
          </a:p>
          <a:p>
            <a:r>
              <a:rPr lang="yue-Latn-001" dirty="0"/>
              <a:t>Phát-yâm: [w] [v], txùy chự nguyền-bủn ngữ-ngồn ké phát-yâm.</a:t>
            </a:r>
          </a:p>
          <a:p>
            <a:r>
              <a:rPr lang="en-GB" dirty="0" err="1"/>
              <a:t>Yênh-mằn</a:t>
            </a:r>
            <a:r>
              <a:rPr lang="yue-Latn-001" dirty="0"/>
              <a:t>-</a:t>
            </a:r>
            <a:r>
              <a:rPr lang="en-GB" dirty="0" err="1"/>
              <a:t>mèng</a:t>
            </a:r>
            <a:r>
              <a:rPr lang="yue-Latn-001" dirty="0"/>
              <a:t>: Đa-bi-diu</a:t>
            </a:r>
          </a:p>
          <a:p>
            <a:r>
              <a:rPr lang="yue-Latn-001" dirty="0"/>
              <a:t>Pý-dừ: Waterloo, Nà-Phó-Luần bỵ đả-bại ké đỵ-điểm; </a:t>
            </a:r>
            <a:r>
              <a:rPr lang="en-GB" dirty="0" err="1"/>
              <a:t>Wisła</a:t>
            </a:r>
            <a:r>
              <a:rPr lang="yue-Latn-001" dirty="0"/>
              <a:t>, Bo-làn ké hò-lừu.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207955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F708B-B521-DEDE-0471-3C0012A8D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“W”</a:t>
            </a:r>
            <a:endParaRPr lang="en-GB" dirty="0"/>
          </a:p>
        </p:txBody>
      </p:sp>
      <p:pic>
        <p:nvPicPr>
          <p:cNvPr id="4" name="Content Placeholder 3" descr="Cursive W: Tutorial &amp; Worksheet | MyCursive">
            <a:extLst>
              <a:ext uri="{FF2B5EF4-FFF2-40B4-BE49-F238E27FC236}">
                <a16:creationId xmlns:a16="http://schemas.microsoft.com/office/drawing/2014/main" id="{3E0B655D-16FA-2800-1DB6-2BAA575CAE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4562" t="13405" r="15753" b="58125"/>
          <a:stretch>
            <a:fillRect/>
          </a:stretch>
        </p:blipFill>
        <p:spPr>
          <a:xfrm>
            <a:off x="4385187" y="1563329"/>
            <a:ext cx="6957029" cy="374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03173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2641D-CC0E-CE61-8E3E-F4470DAFC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X x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CFFA3-36E0-A710-648B-974D57145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Khữ hệ yât có Việt Ngữ ké vận-sẩu.</a:t>
            </a:r>
          </a:p>
          <a:p>
            <a:r>
              <a:rPr lang="yue-Latn-001" dirty="0"/>
              <a:t>Khữ dịch xuất hiện hẩy ngọi-lòi txŭ̀ dập-miện</a:t>
            </a:r>
          </a:p>
          <a:p>
            <a:r>
              <a:rPr lang="yue-Latn-001" dirty="0"/>
              <a:t>Phát-yâm: </a:t>
            </a:r>
            <a:r>
              <a:rPr lang="en-GB" dirty="0"/>
              <a:t>[</a:t>
            </a:r>
            <a:r>
              <a:rPr lang="en-GB" dirty="0" err="1"/>
              <a:t>ʧʰ</a:t>
            </a:r>
            <a:r>
              <a:rPr lang="en-GB" dirty="0"/>
              <a:t>] [</a:t>
            </a:r>
            <a:r>
              <a:rPr lang="en-GB" dirty="0" err="1"/>
              <a:t>ʨʰ</a:t>
            </a:r>
            <a:r>
              <a:rPr lang="en-GB" dirty="0"/>
              <a:t>]</a:t>
            </a:r>
            <a:endParaRPr lang="yue-Latn-001" dirty="0"/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yue-Latn-001" dirty="0"/>
              <a:t>: xơ</a:t>
            </a:r>
          </a:p>
          <a:p>
            <a:r>
              <a:rPr lang="yue-Latn-001" dirty="0"/>
              <a:t>Lò-mã </a:t>
            </a:r>
            <a:r>
              <a:rPr lang="en-GB" dirty="0" err="1"/>
              <a:t>mèng</a:t>
            </a:r>
            <a:r>
              <a:rPr lang="yue-Latn-001" dirty="0"/>
              <a:t>: ekhs/ek-si</a:t>
            </a:r>
          </a:p>
          <a:p>
            <a:r>
              <a:rPr lang="yue-Latn-001" dirty="0"/>
              <a:t>Pý-dừ: lạp-xưởng, hương-xường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112684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1C25B-C281-C33B-A24F-05D357004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“X”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C5DB11-F090-48AD-3E0D-689D57343F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13" r="23369" b="24005"/>
          <a:stretch>
            <a:fillRect/>
          </a:stretch>
        </p:blipFill>
        <p:spPr>
          <a:xfrm>
            <a:off x="5960809" y="-896363"/>
            <a:ext cx="2900515" cy="5028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71C352-601F-8B9D-9027-6DB27B89C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8" t="12414" r="14038" b="13996"/>
          <a:stretch>
            <a:fillRect/>
          </a:stretch>
        </p:blipFill>
        <p:spPr>
          <a:xfrm>
            <a:off x="9087229" y="1297002"/>
            <a:ext cx="2790139" cy="28350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9FB11C-F5DC-8FB6-00AC-94AB15355821}"/>
              </a:ext>
            </a:extLst>
          </p:cNvPr>
          <p:cNvSpPr txBox="1"/>
          <p:nvPr/>
        </p:nvSpPr>
        <p:spPr>
          <a:xfrm>
            <a:off x="838200" y="2038133"/>
            <a:ext cx="394273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yue-Latn-001" sz="2800" dirty="0"/>
              <a:t>Țụ̆-mỗ X, hảu-txụ̆ lưỡng có phong hướng ŧương-phản ké bún-viền bối khao bối xi mài yât txề.</a:t>
            </a:r>
          </a:p>
          <a:p>
            <a:r>
              <a:rPr lang="yue-Latn-001" sz="2800" dirty="0"/>
              <a:t>Țụ̆-mỗ X đô hõ-dĩ hệ yât có piết thùng nạt ké kao-xa</a:t>
            </a:r>
            <a:endParaRPr lang="en-GB" sz="2800" dirty="0"/>
          </a:p>
        </p:txBody>
      </p:sp>
      <p:pic>
        <p:nvPicPr>
          <p:cNvPr id="9" name="Picture 8" descr="Cursive X: Tutorial &amp; Worksheet | MyCursive">
            <a:extLst>
              <a:ext uri="{FF2B5EF4-FFF2-40B4-BE49-F238E27FC236}">
                <a16:creationId xmlns:a16="http://schemas.microsoft.com/office/drawing/2014/main" id="{36AE55D4-8752-5BD4-7C62-A69D22A9B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156768"/>
            <a:ext cx="5191430" cy="270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8049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8385B-F5CD-B99C-D614-FAB00688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CHH chh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A50F0-5006-38FC-BE15-CE1ED69A7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Chỉ dụng lầy ŧẻ ngọi-lòi txŭ̀. Đặc biệt hệ Thòi-Dữ ké ngọi-lòi-txŭ̀.</a:t>
            </a:r>
          </a:p>
          <a:p>
            <a:r>
              <a:rPr lang="en-GB" dirty="0"/>
              <a:t>P</a:t>
            </a:r>
            <a:r>
              <a:rPr lang="yue-Latn-001" dirty="0"/>
              <a:t>hát yâm: </a:t>
            </a:r>
            <a:r>
              <a:rPr lang="en-GB" dirty="0"/>
              <a:t>[</a:t>
            </a:r>
            <a:r>
              <a:rPr lang="en-GB" dirty="0" err="1"/>
              <a:t>ʨʰ</a:t>
            </a:r>
            <a:r>
              <a:rPr lang="en-GB" dirty="0"/>
              <a:t>]</a:t>
            </a:r>
            <a:r>
              <a:rPr lang="yue-Latn-001" dirty="0"/>
              <a:t> </a:t>
            </a:r>
            <a:r>
              <a:rPr lang="en-GB" dirty="0"/>
              <a:t>[</a:t>
            </a:r>
            <a:r>
              <a:rPr lang="en-GB" dirty="0" err="1"/>
              <a:t>ʧʰ</a:t>
            </a:r>
            <a:r>
              <a:rPr lang="en-GB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21305449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FD68D-14AE-4B85-FF8A-CEED3E871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Y y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76FE3-1F0E-6EE6-171A-3DAE730A1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65343"/>
          </a:xfrm>
        </p:spPr>
        <p:txBody>
          <a:bodyPr>
            <a:normAutofit fontScale="92500" lnSpcReduction="20000"/>
          </a:bodyPr>
          <a:lstStyle/>
          <a:p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lầy</a:t>
            </a:r>
            <a:r>
              <a:rPr lang="en-GB" dirty="0"/>
              <a:t> </a:t>
            </a:r>
            <a:r>
              <a:rPr lang="en-GB" dirty="0" err="1"/>
              <a:t>biểu-sị</a:t>
            </a:r>
            <a:r>
              <a:rPr lang="en-GB" dirty="0"/>
              <a:t> </a:t>
            </a:r>
            <a:r>
              <a:rPr lang="en-GB" dirty="0" err="1"/>
              <a:t>vận-mỗ</a:t>
            </a:r>
            <a:r>
              <a:rPr lang="yue-Latn-001" dirty="0"/>
              <a:t>, phát yâm hệ </a:t>
            </a:r>
            <a:r>
              <a:rPr lang="en-GB" dirty="0"/>
              <a:t>[</a:t>
            </a:r>
            <a:r>
              <a:rPr lang="en-GB" dirty="0" err="1"/>
              <a:t>ɪi</a:t>
            </a:r>
            <a:r>
              <a:rPr lang="en-GB" dirty="0"/>
              <a:t>]</a:t>
            </a:r>
            <a:r>
              <a:rPr lang="yue-Latn-001" dirty="0"/>
              <a:t>, thùng ơi yât dượng.</a:t>
            </a:r>
            <a:endParaRPr lang="en-GB" dirty="0"/>
          </a:p>
          <a:p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lầy</a:t>
            </a:r>
            <a:r>
              <a:rPr lang="en-GB" dirty="0"/>
              <a:t> </a:t>
            </a:r>
            <a:r>
              <a:rPr lang="en-GB" dirty="0" err="1"/>
              <a:t>biểu-sị</a:t>
            </a:r>
            <a:r>
              <a:rPr lang="en-GB" dirty="0"/>
              <a:t> </a:t>
            </a:r>
            <a:r>
              <a:rPr lang="yue-Latn-001" dirty="0"/>
              <a:t>yâm sinh-điệu yâm-tiết ké </a:t>
            </a:r>
            <a:r>
              <a:rPr lang="en-GB" dirty="0" err="1"/>
              <a:t>sinh-mỗ</a:t>
            </a:r>
            <a:r>
              <a:rPr lang="en-GB" dirty="0"/>
              <a:t>, </a:t>
            </a:r>
            <a:r>
              <a:rPr lang="en-GB" dirty="0" err="1"/>
              <a:t>phát</a:t>
            </a:r>
            <a:r>
              <a:rPr lang="en-GB" dirty="0"/>
              <a:t> </a:t>
            </a:r>
            <a:r>
              <a:rPr lang="en-GB" dirty="0" err="1"/>
              <a:t>yâm</a:t>
            </a:r>
            <a:r>
              <a:rPr lang="en-GB" dirty="0"/>
              <a:t> </a:t>
            </a:r>
            <a:r>
              <a:rPr lang="en-GB" dirty="0" err="1"/>
              <a:t>đẳng</a:t>
            </a:r>
            <a:r>
              <a:rPr lang="en-GB" dirty="0"/>
              <a:t> ư “d”</a:t>
            </a:r>
            <a:r>
              <a:rPr lang="yue-Latn-001" dirty="0"/>
              <a:t>.</a:t>
            </a:r>
          </a:p>
          <a:p>
            <a:r>
              <a:rPr lang="yue-Latn-001" dirty="0"/>
              <a:t>Hẩy mẫu yât ti hẩu-yâm dập-miện, khữ thùng “i“ ké phát-yâm yât dương.</a:t>
            </a:r>
          </a:p>
          <a:p>
            <a:r>
              <a:rPr lang="yue-Latn-001" dirty="0"/>
              <a:t>Đô xuất hiện hẩy ngọi-lòi ngữ dập miện.</a:t>
            </a:r>
          </a:p>
          <a:p>
            <a:r>
              <a:rPr lang="yue-Latn-001" dirty="0"/>
              <a:t>Phát-yâm: </a:t>
            </a:r>
            <a:r>
              <a:rPr lang="en-GB" dirty="0"/>
              <a:t>[</a:t>
            </a:r>
            <a:r>
              <a:rPr lang="en-GB" dirty="0" err="1"/>
              <a:t>ɪi</a:t>
            </a:r>
            <a:r>
              <a:rPr lang="en-GB" dirty="0"/>
              <a:t>]</a:t>
            </a:r>
            <a:r>
              <a:rPr lang="yue-Latn-001" dirty="0"/>
              <a:t> [ei] țóc vỳ vận-mỗ sì. [</a:t>
            </a:r>
            <a:r>
              <a:rPr lang="en-GB" dirty="0"/>
              <a:t>j</a:t>
            </a:r>
            <a:r>
              <a:rPr lang="yue-Latn-001" dirty="0"/>
              <a:t>] țóc vỳ sinh-mỗ sì.</a:t>
            </a:r>
          </a:p>
          <a:p>
            <a:r>
              <a:rPr lang="en-GB" dirty="0" err="1"/>
              <a:t>Yênh-mằn</a:t>
            </a:r>
            <a:r>
              <a:rPr lang="yue-Latn-001" dirty="0"/>
              <a:t> </a:t>
            </a:r>
            <a:r>
              <a:rPr lang="en-GB" dirty="0" err="1"/>
              <a:t>mèng</a:t>
            </a:r>
            <a:r>
              <a:rPr lang="yue-Latn-001" dirty="0"/>
              <a:t>: Oai.</a:t>
            </a:r>
          </a:p>
          <a:p>
            <a:r>
              <a:rPr lang="yue-Latn-001" dirty="0"/>
              <a:t>Lò-mã </a:t>
            </a:r>
            <a:r>
              <a:rPr lang="en-GB" dirty="0" err="1"/>
              <a:t>mèng</a:t>
            </a:r>
            <a:r>
              <a:rPr lang="yue-Latn-001" dirty="0"/>
              <a:t>: i-grek</a:t>
            </a:r>
          </a:p>
          <a:p>
            <a:r>
              <a:rPr lang="en-GB" dirty="0"/>
              <a:t>Việt-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yue-Latn-001" dirty="0"/>
              <a:t>: ơi</a:t>
            </a:r>
            <a:endParaRPr lang="en-GB" dirty="0"/>
          </a:p>
          <a:p>
            <a:r>
              <a:rPr lang="en-GB" dirty="0" err="1"/>
              <a:t>Pý</a:t>
            </a:r>
            <a:r>
              <a:rPr lang="yue-Latn-001" dirty="0"/>
              <a:t>-dừ: nỹ, yêu-khâu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19270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2328-30FF-A735-48AC-F9C27B615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“Y”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BED467-DCE7-9A34-36B9-0BB0C8D860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71" b="8866"/>
          <a:stretch>
            <a:fillRect/>
          </a:stretch>
        </p:blipFill>
        <p:spPr>
          <a:xfrm>
            <a:off x="9377679" y="1249680"/>
            <a:ext cx="2565827" cy="4968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30303C-50B3-EE53-98E7-D9E486BC3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05" r="21401" b="18815"/>
          <a:stretch>
            <a:fillRect/>
          </a:stretch>
        </p:blipFill>
        <p:spPr>
          <a:xfrm>
            <a:off x="5811519" y="-426740"/>
            <a:ext cx="3383281" cy="66452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0AC7F8-2E72-CC08-D5CC-328FED07ED88}"/>
              </a:ext>
            </a:extLst>
          </p:cNvPr>
          <p:cNvSpPr txBox="1"/>
          <p:nvPr/>
        </p:nvSpPr>
        <p:spPr>
          <a:xfrm>
            <a:off x="838200" y="2499360"/>
            <a:ext cx="338328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yue-Latn-001" sz="3200" dirty="0"/>
              <a:t>Țụ̆-mỗ Y ké hình-chọng hảu-txụ̆ yât có ya-xa tiếp chự yât có sự-van-ngâu.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93469057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4B1A9-DCCC-E180-F6CA-4A5A3C1CE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ƠI ơi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C039B-EB68-2824-63B8-46348B6EC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Dụng lây biểu sị thùng “y” vận mỗ yât dượng ké phát yâm. Chử yếu dụng lầy ŧẻ suần-việt txŭ̀, ngọi-lòi txŭ̀, thùng </a:t>
            </a:r>
            <a:r>
              <a:rPr lang="yue-Latn-001"/>
              <a:t>mỗ sinh-mỗ </a:t>
            </a:r>
            <a:r>
              <a:rPr lang="yue-Latn-001" dirty="0"/>
              <a:t>ké txình-phóng</a:t>
            </a:r>
          </a:p>
          <a:p>
            <a:r>
              <a:rPr lang="en-GB" dirty="0"/>
              <a:t>P</a:t>
            </a:r>
            <a:r>
              <a:rPr lang="yue-Latn-001" dirty="0"/>
              <a:t>hát yâm: [ei] </a:t>
            </a:r>
            <a:r>
              <a:rPr lang="en-GB" dirty="0"/>
              <a:t>[</a:t>
            </a:r>
            <a:r>
              <a:rPr lang="en-GB" dirty="0" err="1"/>
              <a:t>ɪi</a:t>
            </a:r>
            <a:r>
              <a:rPr lang="en-GB" dirty="0"/>
              <a:t>]</a:t>
            </a:r>
            <a:endParaRPr lang="yue-Latn-001" dirty="0"/>
          </a:p>
          <a:p>
            <a:r>
              <a:rPr lang="yue-Latn-001" dirty="0"/>
              <a:t>Pý-dừ: lời; ơi-thùy, Thòi-San vạ chi-hiểu ké ý-ŧŭ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625867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35020-FFFA-82DD-9500-6BED240F9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Z z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CB029-DD6A-50E6-11A8-A8F2E0829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Chỉ dụng lầy biểu sị ngọi-lòi-txŭ̀ thùng siểu-số ké hẩu-yâm</a:t>
            </a:r>
            <a:endParaRPr lang="en-GB" dirty="0"/>
          </a:p>
          <a:p>
            <a:r>
              <a:rPr lang="en-GB" dirty="0" err="1"/>
              <a:t>Phát-yâm</a:t>
            </a:r>
            <a:r>
              <a:rPr lang="en-GB" dirty="0"/>
              <a:t>: [z]</a:t>
            </a:r>
          </a:p>
          <a:p>
            <a:r>
              <a:rPr lang="en-GB" dirty="0" err="1"/>
              <a:t>Yênh-mằn</a:t>
            </a:r>
            <a:r>
              <a:rPr lang="yue-Latn-001" dirty="0"/>
              <a:t>-</a:t>
            </a:r>
            <a:r>
              <a:rPr lang="en-GB" dirty="0" err="1"/>
              <a:t>mèng</a:t>
            </a:r>
            <a:r>
              <a:rPr lang="yue-Latn-001" dirty="0"/>
              <a:t>: dì-set.</a:t>
            </a:r>
          </a:p>
          <a:p>
            <a:r>
              <a:rPr lang="yue-Latn-001" dirty="0"/>
              <a:t>Lò-mã </a:t>
            </a:r>
            <a:r>
              <a:rPr lang="en-GB" dirty="0" err="1"/>
              <a:t>mèng</a:t>
            </a:r>
            <a:r>
              <a:rPr lang="yue-Latn-001" dirty="0"/>
              <a:t>: zeta</a:t>
            </a:r>
          </a:p>
          <a:p>
            <a:r>
              <a:rPr lang="en-GB" dirty="0"/>
              <a:t>Țục-xinh</a:t>
            </a:r>
            <a:r>
              <a:rPr lang="yue-Latn-001" dirty="0"/>
              <a:t>: zơ</a:t>
            </a:r>
          </a:p>
          <a:p>
            <a:r>
              <a:rPr lang="yue-Latn-001" dirty="0"/>
              <a:t>Pý-dừ: Benzi. 1 có hý-xe ké pẩn-pài; Amazon, Nàm-Mỹ-Châu ké nhiệt-đái dữ-lầm.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658058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CF910-E762-F01D-7900-FF74D3471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“Z”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6D2DC9-8E1C-F18E-A13C-48EE0F5C1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 descr="How to Write Cursive Z: Animated Tutorial &amp; Free Printable Worksheet">
            <a:extLst>
              <a:ext uri="{FF2B5EF4-FFF2-40B4-BE49-F238E27FC236}">
                <a16:creationId xmlns:a16="http://schemas.microsoft.com/office/drawing/2014/main" id="{8E71ED7D-D3DC-AF3F-8626-7D566E04EE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21" t="13349" r="15946" b="58765"/>
          <a:stretch>
            <a:fillRect/>
          </a:stretch>
        </p:blipFill>
        <p:spPr>
          <a:xfrm>
            <a:off x="5132438" y="1638032"/>
            <a:ext cx="6744930" cy="358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37680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DEEF-5FC9-E2D8-A1BA-0BB7FEDBF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Ż ż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98892-804D-CB46-8A9C-894308040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Chỉ dụng lầy biểu sị ngọi-lòi-txŭ̀.</a:t>
            </a:r>
            <a:endParaRPr lang="en-GB" dirty="0"/>
          </a:p>
          <a:p>
            <a:r>
              <a:rPr lang="en-GB" dirty="0" err="1"/>
              <a:t>Phát-yâm</a:t>
            </a:r>
            <a:r>
              <a:rPr lang="en-GB" dirty="0"/>
              <a:t>: [ʐ]</a:t>
            </a:r>
          </a:p>
          <a:p>
            <a:r>
              <a:rPr lang="en-GB" dirty="0" err="1"/>
              <a:t>mèng</a:t>
            </a:r>
            <a:r>
              <a:rPr lang="en-GB" dirty="0"/>
              <a:t>: </a:t>
            </a:r>
            <a:r>
              <a:rPr lang="en-GB" dirty="0" err="1"/>
              <a:t>żơ</a:t>
            </a:r>
            <a:endParaRPr lang="yue-Latn-001" dirty="0"/>
          </a:p>
          <a:p>
            <a:r>
              <a:rPr lang="yue-Latn-001" dirty="0"/>
              <a:t>Pý dừ: Zaporożie. U-Hăc-Làn nàm-phong sình-sị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294163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CAF6B-3C0D-F192-C0EE-9FA2056D6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“Ż”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6086ED-461F-EAE0-F6A2-E8AE1E6C1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124" y="1927122"/>
            <a:ext cx="7081091" cy="375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87822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9BC3D-4C79-4D66-26B5-E3B1A2544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yue-Latn-001" sz="9600" dirty="0"/>
              <a:t>Þ þ</a:t>
            </a:r>
            <a:endParaRPr lang="en-GB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1171E-F776-5A00-94E6-6B7536209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2" y="2141537"/>
            <a:ext cx="10822858" cy="4351338"/>
          </a:xfrm>
        </p:spPr>
        <p:txBody>
          <a:bodyPr/>
          <a:lstStyle/>
          <a:p>
            <a:r>
              <a:rPr lang="yue-Latn-001" dirty="0"/>
              <a:t>Chỉ dụng lầy biểu sị ngọi-lòi-txŭ̀ thùng siểu-số ké hẩu-yâm</a:t>
            </a:r>
            <a:endParaRPr lang="en-GB" dirty="0"/>
          </a:p>
          <a:p>
            <a:r>
              <a:rPr lang="en-GB" dirty="0" err="1"/>
              <a:t>Phát-yâm</a:t>
            </a:r>
            <a:r>
              <a:rPr lang="en-GB" dirty="0"/>
              <a:t>: [θ]</a:t>
            </a:r>
          </a:p>
          <a:p>
            <a:r>
              <a:rPr lang="en-GB" dirty="0" err="1"/>
              <a:t>Lò-mã</a:t>
            </a:r>
            <a:r>
              <a:rPr lang="en-GB" dirty="0"/>
              <a:t> </a:t>
            </a:r>
            <a:r>
              <a:rPr lang="en-GB" dirty="0" err="1"/>
              <a:t>mèng</a:t>
            </a:r>
            <a:r>
              <a:rPr lang="en-GB" dirty="0"/>
              <a:t>: </a:t>
            </a:r>
            <a:r>
              <a:rPr lang="en-GB" dirty="0" err="1"/>
              <a:t>þeta</a:t>
            </a:r>
            <a:endParaRPr lang="en-GB" dirty="0"/>
          </a:p>
          <a:p>
            <a:r>
              <a:rPr lang="en-GB" dirty="0" err="1"/>
              <a:t>Țục</a:t>
            </a:r>
            <a:r>
              <a:rPr lang="en-GB" dirty="0"/>
              <a:t>-</a:t>
            </a:r>
            <a:r>
              <a:rPr lang="yue-Latn-001" dirty="0"/>
              <a:t>xinh</a:t>
            </a:r>
            <a:r>
              <a:rPr lang="en-GB" dirty="0"/>
              <a:t>: </a:t>
            </a:r>
            <a:r>
              <a:rPr lang="en-GB" dirty="0" err="1"/>
              <a:t>θơ</a:t>
            </a:r>
            <a:endParaRPr lang="yue-Latn-001" dirty="0"/>
          </a:p>
          <a:p>
            <a:r>
              <a:rPr lang="yue-Latn-001" dirty="0"/>
              <a:t>Pý-dừ: Aþena. Hy-Lạp ké củ-lãu sình-sị.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52457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8468-7818-5FC4-9316-3CDEFFFED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ŧẻ țụ̆-mỗ “Þ”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34AD3-62C0-5B47-854B-EBCC57968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 descr="just quickly mocked up a design for writing þorn in cursive : r/BringBackThorn">
            <a:extLst>
              <a:ext uri="{FF2B5EF4-FFF2-40B4-BE49-F238E27FC236}">
                <a16:creationId xmlns:a16="http://schemas.microsoft.com/office/drawing/2014/main" id="{B22F4FB3-0CC8-CEBB-6B39-9A4396D40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174" y="1364358"/>
            <a:ext cx="4906625" cy="383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4229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2C15C-EDF1-EC42-6C5B-41C6EB352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Việt</a:t>
            </a:r>
            <a:r>
              <a:rPr lang="en-US" altLang="zh-TW" dirty="0"/>
              <a:t>-</a:t>
            </a:r>
            <a:r>
              <a:rPr lang="yue-Latn-001" dirty="0"/>
              <a:t>Ngữ ké Yâm</a:t>
            </a:r>
            <a:r>
              <a:rPr lang="en-US" altLang="zh-TW" dirty="0"/>
              <a:t>-</a:t>
            </a:r>
            <a:r>
              <a:rPr lang="yue-Latn-001" dirty="0"/>
              <a:t>Điệu phù-hạu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5F8A5-2E61-CCD5-9455-7E58AD383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Việt Ngữ yủng-dẫu “10 sinh 6 điệu”. Țich-hệ, Việt Ngữ dẫu “țiêm, đẩu, khóng, xầm, ngõng, hạ” 6 chủng lụi-hình ké sinh-điệu. Nhừ-quỏ phân-biệt kế-ŧuón mài nhập-sinh ké txình-phóng, țưu dẫu 10 chủng sinh-điệu.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76980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3F643-0E55-0D79-9B23-6DD537524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Țiêm-sinh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D5CEB-05EC-33AD-4A4B-86BC4DE30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Yâm-điệu:  ˥ / ˥˧</a:t>
            </a:r>
          </a:p>
          <a:p>
            <a:r>
              <a:rPr lang="yue-Latn-001" dirty="0"/>
              <a:t>Miều-suật: țiêm-sinh hệ yât có dậu cau dậu pình ké yâm-điệu.</a:t>
            </a:r>
          </a:p>
          <a:p>
            <a:r>
              <a:rPr lang="yue-Latn-001" dirty="0"/>
              <a:t>Țiêm-sinh hệ chung-củ hón-ngữ ké yâm-pình thùng yâm-nhập.</a:t>
            </a:r>
          </a:p>
          <a:p>
            <a:r>
              <a:rPr lang="yue-Latn-001" dirty="0"/>
              <a:t>Hẩy Quỏng-Châu vạ, Hong Kỏng vạ dập miện. Țiêm-sinh dẫu ˥ thùng ˥˧ lưỡng chủng ŧương-thùng yâm-vỵ ké phát-yâm.</a:t>
            </a:r>
          </a:p>
          <a:p>
            <a:r>
              <a:rPr lang="yue-Latn-001" dirty="0"/>
              <a:t>Hẩy Thòi-San vạ dập-miện ké khóng-sinh thùng țiêm-sinh thùng-phá chỏ. Sỏ-dĩ Thòi-San ké tiêm-sinh sật-țế sượng đục khóng sinh.</a:t>
            </a:r>
            <a:endParaRPr lang="en-GB" dirty="0"/>
          </a:p>
          <a:p>
            <a:endParaRPr lang="yue-Latn-001" dirty="0"/>
          </a:p>
          <a:p>
            <a:endParaRPr lang="yue-Latn-001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295910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E3F33-581B-81CB-D460-8AA3C8BD9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Đẩu-sinh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BE37E-DFB5-D486-A17D-A22D7A43F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Yâm-điệu:</a:t>
            </a:r>
            <a:r>
              <a:rPr lang="en-GB" dirty="0"/>
              <a:t> ˧˥</a:t>
            </a:r>
            <a:endParaRPr lang="yue-Latn-001" dirty="0"/>
          </a:p>
          <a:p>
            <a:r>
              <a:rPr lang="yue-Latn-001" dirty="0"/>
              <a:t>Miều-suật: đẩu-sinh hệ yât có cao ké sượng-sinh ké sinh-điệu.</a:t>
            </a:r>
          </a:p>
          <a:p>
            <a:r>
              <a:rPr lang="yue-Latn-001" dirty="0"/>
              <a:t>Đẩu-sinh hệ chung-củ hón-ngữ ké yâm-sưỡng thùng dường-nhập.</a:t>
            </a:r>
          </a:p>
          <a:p>
            <a:r>
              <a:rPr lang="yue-Latn-001" dirty="0"/>
              <a:t>Hẩy Thòi-San vạ dập-miện, đẩu-sinh ké yâm-điệu hệ ˥.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E8EB69-AF4A-41B8-65F1-A00CD15A4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072" y="544615"/>
            <a:ext cx="2545856" cy="170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3751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47D2-BA01-1EDF-4812-CF99412ED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Khóng-sinh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6EED1-A3BD-D3BA-970A-AB196D403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Yâm-điệu: </a:t>
            </a:r>
            <a:r>
              <a:rPr lang="en-GB" dirty="0"/>
              <a:t>˧</a:t>
            </a:r>
            <a:endParaRPr lang="yue-Latn-001" dirty="0"/>
          </a:p>
          <a:p>
            <a:r>
              <a:rPr lang="yue-Latn-001" dirty="0"/>
              <a:t>Miều-suật: đẩu-sinh hệ yât có chung-kan ké pình ké sinh-điệu.</a:t>
            </a:r>
          </a:p>
          <a:p>
            <a:r>
              <a:rPr lang="yue-Latn-001" dirty="0"/>
              <a:t>Khóng-sinh hệ chung-củ hón-ngữ ké yâm-khứ thùng yâm-nhập.</a:t>
            </a:r>
          </a:p>
          <a:p>
            <a:r>
              <a:rPr lang="yue-Latn-001" dirty="0"/>
              <a:t>Hẩy Thòi-San vạ dập-miện ké khóng-sinh thùng țiêm-sinh thùng-phá chỏ.</a:t>
            </a:r>
            <a:endParaRPr lang="en-GB" dirty="0"/>
          </a:p>
          <a:p>
            <a:endParaRPr lang="yue-Latn-001" dirty="0"/>
          </a:p>
          <a:p>
            <a:endParaRPr lang="yue-Latn-001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9BEE5E-5F11-0D59-B287-634F883B0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278" y="365125"/>
            <a:ext cx="2567443" cy="174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550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4363-B5F0-1C76-314A-83A5FF4E8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Xầm-sinh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E317F-CDA6-DE84-E1D4-3D7E5399A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Yâm-điệu: </a:t>
            </a:r>
            <a:r>
              <a:rPr lang="en-GB" dirty="0"/>
              <a:t>˩ / ˨˩</a:t>
            </a:r>
            <a:endParaRPr lang="yue-Latn-001" dirty="0"/>
          </a:p>
          <a:p>
            <a:r>
              <a:rPr lang="yue-Latn-001" dirty="0"/>
              <a:t>Miều-suật: xầm-sinh hệ yât có xường ké hạ-kọng ké sinh-điệu.</a:t>
            </a:r>
          </a:p>
          <a:p>
            <a:r>
              <a:rPr lang="yue-Latn-001" dirty="0"/>
              <a:t>Hạ-sinh hệ chung-củ hón-ngữ ké dường-pình.</a:t>
            </a:r>
          </a:p>
          <a:p>
            <a:r>
              <a:rPr lang="yue-Latn-001" dirty="0"/>
              <a:t>Hẩy Thầy-Ngòn vạ dập-miện ké pình-sinh thùng hạ-sinh thùng-phá chỏ.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0E8FAF-FFA3-5346-02AF-FD0542C77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458" y="365125"/>
            <a:ext cx="2819083" cy="177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21004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A4523-7641-A29D-1CBB-B3CB514B7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Ngõng-sinh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C52D4-16CB-4490-C40B-9D88D1173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Yâm-điệu: </a:t>
            </a:r>
            <a:r>
              <a:rPr lang="en-GB" dirty="0"/>
              <a:t>˩˧ / ˨˧</a:t>
            </a:r>
            <a:endParaRPr lang="yue-Latn-001" dirty="0"/>
          </a:p>
          <a:p>
            <a:r>
              <a:rPr lang="yue-Latn-001" dirty="0"/>
              <a:t>Miều-suật: ngõng-sinh hệ yât có đê ké sượng-sinh ké sinh-điệu.</a:t>
            </a:r>
          </a:p>
          <a:p>
            <a:r>
              <a:rPr lang="yue-Latn-001" dirty="0"/>
              <a:t>Ngõng sinh hệ chung-củ hón-ngữ ké dường-sưỡng</a:t>
            </a:r>
          </a:p>
          <a:p>
            <a:r>
              <a:rPr lang="yue-Latn-001" dirty="0"/>
              <a:t>Hẩy Áu-mùn vạ dập-miện ké ngõng-sinh thùng đẩu-sinh thùng-phá chỏ. Sỏ-dĩ Áu-Mùn vạ mỗ ngõng-sinh.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C65FB1-F77B-C978-8B74-9645CCF2A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941" y="437034"/>
            <a:ext cx="2718118" cy="174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9702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4C7B4-F263-E5BC-39AB-C61152AEB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Hạ-sinh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785FA-1349-7381-B55A-B175412F9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Yâm-điệu: </a:t>
            </a:r>
            <a:r>
              <a:rPr lang="en-GB" dirty="0"/>
              <a:t>˨</a:t>
            </a:r>
            <a:endParaRPr lang="yue-Latn-001" dirty="0"/>
          </a:p>
          <a:p>
            <a:r>
              <a:rPr lang="yue-Latn-001" dirty="0"/>
              <a:t>Miều-suật: hạ-sinh hệ yât có hảu đê ké sinh-điệu.</a:t>
            </a:r>
          </a:p>
          <a:p>
            <a:r>
              <a:rPr lang="yue-Latn-001" dirty="0"/>
              <a:t>Hạ-sinh hệ chung-củ hón-ngữ ké dường-khứ thùng dường-nhập.</a:t>
            </a:r>
          </a:p>
          <a:p>
            <a:r>
              <a:rPr lang="yue-Latn-001" dirty="0"/>
              <a:t>Hẩy Thầy-Ngòn vạ dập-miện ké pình-sinh thùng hạ-sinh thùng-phá chỏ. Sỏ-dĩ Thầy-Ngòn vạ mỗ hạ-sinh.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50FEE2-D3DC-C503-97CF-10958429A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943" y="365125"/>
            <a:ext cx="2678113" cy="175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42013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B8F16-CC25-0274-149F-9345A738B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yue-Latn-001" dirty="0"/>
              <a:t>Cung-phó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E9171-3376-208C-1EF5-389BB1F6F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Txỉnh cóc-vỵ hẩy phó-thòng chi-hậu, dụng bât thùng chỉ, đo đo liện-țập </a:t>
            </a:r>
            <a:r>
              <a:rPr lang="en-GB" dirty="0" err="1"/>
              <a:t>mỗi</a:t>
            </a:r>
            <a:r>
              <a:rPr lang="yue-Latn-001" dirty="0"/>
              <a:t> yât có Việt-ngữ țụ̆-mỗ ké sư-ŧẻ. </a:t>
            </a:r>
          </a:p>
          <a:p>
            <a:r>
              <a:rPr lang="yue-Latn-001" dirty="0"/>
              <a:t>Txỉnh cóc-vỵ vân-țập </a:t>
            </a:r>
            <a:r>
              <a:rPr lang="en-GB" dirty="0" err="1"/>
              <a:t>mỗi</a:t>
            </a:r>
            <a:r>
              <a:rPr lang="yue-Latn-001" dirty="0"/>
              <a:t>-có Việt-ngữ ké țụ̆-mỗ, nguyền-yâm, phụ-yâm thùng yâm-điệu.</a:t>
            </a:r>
          </a:p>
          <a:p>
            <a:r>
              <a:rPr lang="yue-Latn-001" dirty="0"/>
              <a:t>Txỉnh cóc-vỵ dụng bât lầy ŧẻ yât-ti kản-đan ké Việt-mằn yâm-țiết thùng txŭ̀-ngữ, sục-sich quóc-ngữ-țụ̆ ké kiết-khấu.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650476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51904-CF7C-917D-9D81-D38E35532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B0544-5097-C0AF-3442-D3256145D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yue-Latn-001" dirty="0"/>
              <a:t>Txỉnh đại-ka hẩy thui-quỏng quóc-ngữ țụ̆ ké phong-xiều “pình mần học mộ” chi chung phát-phây “Sich țụ̆ ké nhần kao mỵ sich țụ̆ ké nhần, sich đăc đo țụ̆ ké nhần kao sich đăc siểu țụ̆ ké nhần.” ké ținh-sần.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8446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6724</Words>
  <Application>Microsoft Office PowerPoint</Application>
  <PresentationFormat>Widescreen</PresentationFormat>
  <Paragraphs>583</Paragraphs>
  <Slides>129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129</vt:i4>
      </vt:variant>
    </vt:vector>
  </HeadingPairs>
  <TitlesOfParts>
    <vt:vector size="133" baseType="lpstr">
      <vt:lpstr>Aptos</vt:lpstr>
      <vt:lpstr>Aptos Display</vt:lpstr>
      <vt:lpstr>Arial</vt:lpstr>
      <vt:lpstr>Office Theme</vt:lpstr>
      <vt:lpstr>Cantonese Alphabet Lesson Việt Ngữ Țụ̆ Mỗ Phó Xình</vt:lpstr>
      <vt:lpstr>Phó-Thòng Mục Biêu</vt:lpstr>
      <vt:lpstr>Việt Ngữ Quóc Ngữ Țụ̆ khói-khút</vt:lpstr>
      <vt:lpstr>Việt Ngữ yâm țiết ké țổ-sình</vt:lpstr>
      <vt:lpstr>PowerPoint Presentation</vt:lpstr>
      <vt:lpstr>Việt Ngữ Alphabet</vt:lpstr>
      <vt:lpstr>Vận Sẩu</vt:lpstr>
      <vt:lpstr>Vận Phục</vt:lpstr>
      <vt:lpstr>Vận Mỹ</vt:lpstr>
      <vt:lpstr>Sinh-Điệu</vt:lpstr>
      <vt:lpstr>Țụ̆-Mỗ ké phát yâm &amp; sư-ŧẻ</vt:lpstr>
      <vt:lpstr>A a</vt:lpstr>
      <vt:lpstr>ŧẻ țụ̆-mỗ “A”</vt:lpstr>
      <vt:lpstr>Ă ă</vt:lpstr>
      <vt:lpstr>ŧẻ țụ̆-mỗ “Ă”</vt:lpstr>
      <vt:lpstr>Â â</vt:lpstr>
      <vt:lpstr>ŧẻ țụ̆-mỗ “Â”</vt:lpstr>
      <vt:lpstr>B b</vt:lpstr>
      <vt:lpstr>ŧẻ țụ̆-mỗ “B”</vt:lpstr>
      <vt:lpstr>Yât có țụ̆-mỗ ké 3 chủng mèng-xinh</vt:lpstr>
      <vt:lpstr>Yênh-mằn-mèng</vt:lpstr>
      <vt:lpstr>Việt-ngữ mèng &amp; țục xinh</vt:lpstr>
      <vt:lpstr>Lò-mã mèng</vt:lpstr>
      <vt:lpstr>C c</vt:lpstr>
      <vt:lpstr>ŧẻ țụ̆-mỗ “C”</vt:lpstr>
      <vt:lpstr>CH ch</vt:lpstr>
      <vt:lpstr>D d</vt:lpstr>
      <vt:lpstr>ŧẻ țụ̆-mỗ “D”</vt:lpstr>
      <vt:lpstr>Đ đ</vt:lpstr>
      <vt:lpstr>ŧẻ țụ̆-mỗ “Đ”</vt:lpstr>
      <vt:lpstr>E e</vt:lpstr>
      <vt:lpstr>ŧẻ țụ̆-mỗ “E”</vt:lpstr>
      <vt:lpstr>Ê ê</vt:lpstr>
      <vt:lpstr>ŧẻ țụ̆-mỗ “Ê”</vt:lpstr>
      <vt:lpstr>ÂY ây</vt:lpstr>
      <vt:lpstr>F f</vt:lpstr>
      <vt:lpstr>ŧẻ țụ̆-mỗ “F”</vt:lpstr>
      <vt:lpstr>G g</vt:lpstr>
      <vt:lpstr>ŧẻ țụ̆-mỗ “G”</vt:lpstr>
      <vt:lpstr>H h</vt:lpstr>
      <vt:lpstr>ŧẻ țụ̆-mỗ “H”</vt:lpstr>
      <vt:lpstr>I i</vt:lpstr>
      <vt:lpstr>ŧẻ țụ̆-mỗ “I”</vt:lpstr>
      <vt:lpstr>IÊ iê</vt:lpstr>
      <vt:lpstr>J j</vt:lpstr>
      <vt:lpstr>ŧẻ țụ̆-mỗ “J”</vt:lpstr>
      <vt:lpstr>K k</vt:lpstr>
      <vt:lpstr>ŧẻ țụ̆-mỗ “k”</vt:lpstr>
      <vt:lpstr>KH kh</vt:lpstr>
      <vt:lpstr>HK hk</vt:lpstr>
      <vt:lpstr>L l</vt:lpstr>
      <vt:lpstr>ŧẻ țụ̆-mỗ “l”</vt:lpstr>
      <vt:lpstr>M m</vt:lpstr>
      <vt:lpstr>ŧẻ țụ̆-mỗ “M”</vt:lpstr>
      <vt:lpstr>N n</vt:lpstr>
      <vt:lpstr>ŧẻ țụ̆-mỗ “N”</vt:lpstr>
      <vt:lpstr>NG ng</vt:lpstr>
      <vt:lpstr>NH nh</vt:lpstr>
      <vt:lpstr>O o</vt:lpstr>
      <vt:lpstr>ŧẻ țụ̆-mỗ “O”</vt:lpstr>
      <vt:lpstr>Ô ô</vt:lpstr>
      <vt:lpstr>ŧẻ țụ̆-mỗ “Ô”</vt:lpstr>
      <vt:lpstr>AU au</vt:lpstr>
      <vt:lpstr>ƯU ưu</vt:lpstr>
      <vt:lpstr>Ơ ơ</vt:lpstr>
      <vt:lpstr>ŧẻ țụ̆-mỗ “Ơ”</vt:lpstr>
      <vt:lpstr>P p</vt:lpstr>
      <vt:lpstr>ŧẻ țụ̆-mỗ “P”</vt:lpstr>
      <vt:lpstr>HP hp</vt:lpstr>
      <vt:lpstr>PH ph</vt:lpstr>
      <vt:lpstr>Q q</vt:lpstr>
      <vt:lpstr>ŧẻ țụ̆-mỗ “Q”</vt:lpstr>
      <vt:lpstr>R r</vt:lpstr>
      <vt:lpstr>ŧẻ țụ̆-mỗ “R”</vt:lpstr>
      <vt:lpstr>S s</vt:lpstr>
      <vt:lpstr>ŧẻ țụ̆-mỗ “S”</vt:lpstr>
      <vt:lpstr>Ș ș</vt:lpstr>
      <vt:lpstr>ŧẻ țụ̆-mỗ “Ș”</vt:lpstr>
      <vt:lpstr>T t</vt:lpstr>
      <vt:lpstr>ŧẻ țụ̆-mỗ “T”</vt:lpstr>
      <vt:lpstr>TH th</vt:lpstr>
      <vt:lpstr>TR tr</vt:lpstr>
      <vt:lpstr>TX tx</vt:lpstr>
      <vt:lpstr>TS ts</vt:lpstr>
      <vt:lpstr>Ț ț</vt:lpstr>
      <vt:lpstr>ŧẻ țụ̆-mỗ “Ț”</vt:lpstr>
      <vt:lpstr>Ŧ ŧ</vt:lpstr>
      <vt:lpstr>ŧẻ țụ̆-mỗ “Ŧ”</vt:lpstr>
      <vt:lpstr>U u</vt:lpstr>
      <vt:lpstr>ŧẻ țụ̆-mỗ “U”</vt:lpstr>
      <vt:lpstr>UY uy</vt:lpstr>
      <vt:lpstr>UÂ uâ</vt:lpstr>
      <vt:lpstr>Ư ư</vt:lpstr>
      <vt:lpstr>ŧẻ țụ̆-mỗ “Ư”</vt:lpstr>
      <vt:lpstr>UYÊ uyê</vt:lpstr>
      <vt:lpstr>UO uo</vt:lpstr>
      <vt:lpstr>UI ui</vt:lpstr>
      <vt:lpstr>ÔI ôi</vt:lpstr>
      <vt:lpstr>ƯƠ ươ</vt:lpstr>
      <vt:lpstr>ƯA ưa</vt:lpstr>
      <vt:lpstr>Ŭ ŭ</vt:lpstr>
      <vt:lpstr>ŧẻ țụ̆-mỗ “Ŭ”</vt:lpstr>
      <vt:lpstr>V v</vt:lpstr>
      <vt:lpstr>ŧẻ țụ̆-mỗ “V”</vt:lpstr>
      <vt:lpstr>VIÊ, viê</vt:lpstr>
      <vt:lpstr>VY vy</vt:lpstr>
      <vt:lpstr>W w</vt:lpstr>
      <vt:lpstr>ŧẻ țụ̆-mỗ “W”</vt:lpstr>
      <vt:lpstr>X x</vt:lpstr>
      <vt:lpstr>ŧẻ țụ̆-mỗ “X”</vt:lpstr>
      <vt:lpstr>CHH chh</vt:lpstr>
      <vt:lpstr>Y y</vt:lpstr>
      <vt:lpstr>ŧẻ țụ̆-mỗ “Y”</vt:lpstr>
      <vt:lpstr>ƠI ơi</vt:lpstr>
      <vt:lpstr>Z z</vt:lpstr>
      <vt:lpstr>ŧẻ țụ̆-mỗ “Z”</vt:lpstr>
      <vt:lpstr>Ż ż</vt:lpstr>
      <vt:lpstr>ŧẻ țụ̆-mỗ “Ż”</vt:lpstr>
      <vt:lpstr>Þ þ</vt:lpstr>
      <vt:lpstr>ŧẻ țụ̆-mỗ “Þ”</vt:lpstr>
      <vt:lpstr>Việt-Ngữ ké Yâm-Điệu phù-hạu</vt:lpstr>
      <vt:lpstr>Țiêm-sinh</vt:lpstr>
      <vt:lpstr>Đẩu-sinh</vt:lpstr>
      <vt:lpstr>Khóng-sinh</vt:lpstr>
      <vt:lpstr>Xầm-sinh</vt:lpstr>
      <vt:lpstr>Ngõng-sinh</vt:lpstr>
      <vt:lpstr>Hạ-sinh</vt:lpstr>
      <vt:lpstr>Cung-phó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Wanho Wong</dc:creator>
  <cp:lastModifiedBy>Wanho Wong</cp:lastModifiedBy>
  <cp:revision>1</cp:revision>
  <dcterms:created xsi:type="dcterms:W3CDTF">2026-09-20T18:30:11Z</dcterms:created>
  <dcterms:modified xsi:type="dcterms:W3CDTF">2026-10-08T19:36:49Z</dcterms:modified>
</cp:coreProperties>
</file>